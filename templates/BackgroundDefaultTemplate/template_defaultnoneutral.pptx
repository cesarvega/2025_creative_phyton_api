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4"/>
  </p:notesMasterIdLst>
  <p:handoutMasterIdLst>
    <p:handoutMasterId r:id="rId5"/>
  </p:handoutMasterIdLst>
  <p:sldIdLst>
    <p:sldId id="347" r:id="rId2"/>
    <p:sldId id="429" r:id="rId3"/>
  </p:sldIdLst>
  <p:sldSz cx="9144000" cy="6858000" type="screen4x3"/>
  <p:notesSz cx="7010400" cy="9296400"/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54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4"/>
    <a:srgbClr val="000050"/>
    <a:srgbClr val="00009C"/>
    <a:srgbClr val="000099"/>
    <a:srgbClr val="00319C"/>
    <a:srgbClr val="003399"/>
    <a:srgbClr val="FF0066"/>
    <a:srgbClr val="FFFF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98" autoAdjust="0"/>
    <p:restoredTop sz="94660" autoAdjust="0"/>
  </p:normalViewPr>
  <p:slideViewPr>
    <p:cSldViewPr>
      <p:cViewPr varScale="1">
        <p:scale>
          <a:sx n="67" d="100"/>
          <a:sy n="67" d="100"/>
        </p:scale>
        <p:origin x="1108" y="44"/>
      </p:cViewPr>
      <p:guideLst>
        <p:guide orient="horz" pos="240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fld id="{740B3CA7-90F6-4A03-B240-1AFBF79FC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38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74ECBE6-A57B-4E00-B932-A6C0A8D23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26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501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41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84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2294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498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3703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868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00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4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60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90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758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1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00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[New Names]</a:t>
            </a:r>
          </a:p>
        </p:txBody>
      </p:sp>
      <p:sp>
        <p:nvSpPr>
          <p:cNvPr id="6147" name="TextBox 1"/>
          <p:cNvSpPr txBox="1">
            <a:spLocks noChangeArrowheads="1"/>
          </p:cNvSpPr>
          <p:nvPr/>
        </p:nvSpPr>
        <p:spPr bwMode="auto">
          <a:xfrm>
            <a:off x="34756" y="228600"/>
            <a:ext cx="91092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Semi-Descriptive/Descriptive</a:t>
            </a:r>
          </a:p>
        </p:txBody>
      </p:sp>
      <p:sp>
        <p:nvSpPr>
          <p:cNvPr id="6148" name="TextBox 2"/>
          <p:cNvSpPr txBox="1">
            <a:spLocks noChangeArrowheads="1"/>
          </p:cNvSpPr>
          <p:nvPr/>
        </p:nvSpPr>
        <p:spPr bwMode="auto">
          <a:xfrm>
            <a:off x="98425" y="1147763"/>
            <a:ext cx="872648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66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en-US" altLang="en-US" sz="6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en-US" sz="66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Candidate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00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[Comments]</a:t>
            </a:r>
          </a:p>
        </p:txBody>
      </p:sp>
      <p:sp>
        <p:nvSpPr>
          <p:cNvPr id="6151" name="TextBox 3"/>
          <p:cNvSpPr txBox="1">
            <a:spLocks noChangeArrowheads="1"/>
          </p:cNvSpPr>
          <p:nvPr/>
        </p:nvSpPr>
        <p:spPr bwMode="auto">
          <a:xfrm>
            <a:off x="288925" y="2176463"/>
            <a:ext cx="8661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152" name="TextBox 24"/>
          <p:cNvSpPr txBox="1">
            <a:spLocks noChangeArrowheads="1"/>
          </p:cNvSpPr>
          <p:nvPr/>
        </p:nvSpPr>
        <p:spPr bwMode="auto">
          <a:xfrm>
            <a:off x="2309813" y="56388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Neutral</a:t>
            </a:r>
          </a:p>
        </p:txBody>
      </p:sp>
      <p:sp>
        <p:nvSpPr>
          <p:cNvPr id="6153" name="TextBox 25"/>
          <p:cNvSpPr txBox="1">
            <a:spLocks noChangeArrowheads="1"/>
          </p:cNvSpPr>
          <p:nvPr/>
        </p:nvSpPr>
        <p:spPr bwMode="auto">
          <a:xfrm>
            <a:off x="7696200" y="56562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Negative</a:t>
            </a:r>
          </a:p>
        </p:txBody>
      </p:sp>
      <p:sp>
        <p:nvSpPr>
          <p:cNvPr id="6154" name="Oval 33"/>
          <p:cNvSpPr>
            <a:spLocks noChangeArrowheads="1"/>
          </p:cNvSpPr>
          <p:nvPr/>
        </p:nvSpPr>
        <p:spPr bwMode="auto">
          <a:xfrm>
            <a:off x="2171700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155" name="Oval 34"/>
          <p:cNvSpPr>
            <a:spLocks noChangeArrowheads="1"/>
          </p:cNvSpPr>
          <p:nvPr/>
        </p:nvSpPr>
        <p:spPr bwMode="auto">
          <a:xfrm>
            <a:off x="7569200" y="57324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156" name="TextBox 24"/>
          <p:cNvSpPr txBox="1">
            <a:spLocks noChangeArrowheads="1"/>
          </p:cNvSpPr>
          <p:nvPr/>
        </p:nvSpPr>
        <p:spPr bwMode="auto">
          <a:xfrm>
            <a:off x="642938" y="56388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Positive</a:t>
            </a:r>
          </a:p>
        </p:txBody>
      </p:sp>
      <p:sp>
        <p:nvSpPr>
          <p:cNvPr id="6157" name="Oval 33"/>
          <p:cNvSpPr>
            <a:spLocks noChangeArrowheads="1"/>
          </p:cNvSpPr>
          <p:nvPr/>
        </p:nvSpPr>
        <p:spPr bwMode="auto">
          <a:xfrm>
            <a:off x="504825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A57B387A-0EA1-72F1-B7C1-0AC6BFAF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4064795"/>
            <a:ext cx="8661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0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Pronunciation/Katakana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3" name="Positive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381000" y="0"/>
            <a:ext cx="8229600" cy="57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 kern="1200" spc="-150">
                <a:solidFill>
                  <a:schemeClr val="tx2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  <a:latin typeface="+mn-lt"/>
              </a:rPr>
              <a:t>Name</a:t>
            </a:r>
            <a:r>
              <a:rPr lang="en-US" sz="2800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+mn-lt"/>
              </a:rPr>
              <a:t>Candidates - Summary</a:t>
            </a:r>
          </a:p>
        </p:txBody>
      </p:sp>
    </p:spTree>
    <p:extLst>
      <p:ext uri="{BB962C8B-B14F-4D97-AF65-F5344CB8AC3E}">
        <p14:creationId xmlns:p14="http://schemas.microsoft.com/office/powerpoint/2010/main" val="337189531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6a5113e9adafc622cda13cb92ba8a34161db59"/>
  <p:tag name="ISPRING_RESOURCE_PATHS_HASH_PRESENTER" val="d7ba58e88a35f03331c4eabd8f64790fd2dddbb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6614</TotalTime>
  <Words>22</Words>
  <Application>Microsoft Office PowerPoint</Application>
  <PresentationFormat>On-screen Show (4:3)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Arial Narrow</vt:lpstr>
      <vt:lpstr>Calibri</vt:lpstr>
      <vt:lpstr>Calibri Light</vt:lpstr>
      <vt:lpstr>Courier New</vt:lpstr>
      <vt:lpstr>Times New Roman</vt:lpstr>
      <vt:lpstr>Verdana</vt:lpstr>
      <vt:lpstr>Wingdings</vt:lpstr>
      <vt:lpstr>Office Theme</vt:lpstr>
      <vt:lpstr>PowerPoint Presentation</vt:lpstr>
      <vt:lpstr>PowerPoint Presentation</vt:lpstr>
    </vt:vector>
  </TitlesOfParts>
  <Company>Brand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Amauris Diaz</dc:creator>
  <cp:lastModifiedBy>Lokesh N. Venkateswarlu</cp:lastModifiedBy>
  <cp:revision>750</cp:revision>
  <dcterms:created xsi:type="dcterms:W3CDTF">2011-09-26T13:59:59Z</dcterms:created>
  <dcterms:modified xsi:type="dcterms:W3CDTF">2023-03-07T18:03:23Z</dcterms:modified>
</cp:coreProperties>
</file>