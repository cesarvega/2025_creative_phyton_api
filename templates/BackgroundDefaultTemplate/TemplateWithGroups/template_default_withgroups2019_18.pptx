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70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763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5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11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690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32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6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4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1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497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0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norm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" y="193451"/>
            <a:ext cx="8556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8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norm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25000" lnSpcReduction="20000"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440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762" y="112874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0" y="124476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0" y="167936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26480" y="209412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26480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5710" y="29618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5710" y="338827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96000" y="3766792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68136" y="415890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68136" y="455101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504" y="757768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4881</TotalTime>
  <Words>67</Words>
  <Application>Microsoft Office PowerPoint</Application>
  <PresentationFormat>On-screen Show (4:3)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1097</cp:revision>
  <dcterms:created xsi:type="dcterms:W3CDTF">2013-08-08T20:48:04Z</dcterms:created>
  <dcterms:modified xsi:type="dcterms:W3CDTF">2023-03-07T15:27:57Z</dcterms:modified>
</cp:coreProperties>
</file>