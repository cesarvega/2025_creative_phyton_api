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21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7706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775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6829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8831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863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3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18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4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330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58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912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086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848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8" y="168672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912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24364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6607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2817" y="210335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6345" y="252800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9651" y="292946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03562" y="33327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379452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4668719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175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64335" y="125626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48766" y="16843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2111970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35513" y="255436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1728" y="29542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58727" y="337883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85306" y="3794525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FEE54790-4F75-4C09-8B6E-F4DEB23036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7419" y="46348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6205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F62A04DE-5A52-426D-947E-0B353443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978" y="1177097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TextBox 1">
            <a:extLst>
              <a:ext uri="{FF2B5EF4-FFF2-40B4-BE49-F238E27FC236}">
                <a16:creationId xmlns:a16="http://schemas.microsoft.com/office/drawing/2014/main" id="{07202B75-FBD6-4EE2-A5AE-EE2E5B9FA6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7138" y="124908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4" name="TextBox 1">
            <a:extLst>
              <a:ext uri="{FF2B5EF4-FFF2-40B4-BE49-F238E27FC236}">
                <a16:creationId xmlns:a16="http://schemas.microsoft.com/office/drawing/2014/main" id="{5E26C109-7021-4AA1-89C4-60DF413375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69" y="16771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5" name="TextBox 1">
            <a:extLst>
              <a:ext uri="{FF2B5EF4-FFF2-40B4-BE49-F238E27FC236}">
                <a16:creationId xmlns:a16="http://schemas.microsoft.com/office/drawing/2014/main" id="{4610DF42-124F-43CA-BAAD-6CBFC1447D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0391" y="210479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6" name="TextBox 1">
            <a:extLst>
              <a:ext uri="{FF2B5EF4-FFF2-40B4-BE49-F238E27FC236}">
                <a16:creationId xmlns:a16="http://schemas.microsoft.com/office/drawing/2014/main" id="{B4C76248-49BB-4774-9527-FC590C0538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58316" y="25471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7" name="TextBox 1">
            <a:extLst>
              <a:ext uri="{FF2B5EF4-FFF2-40B4-BE49-F238E27FC236}">
                <a16:creationId xmlns:a16="http://schemas.microsoft.com/office/drawing/2014/main" id="{7A76A255-FBE8-4F6C-A593-6E290E13068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14531" y="29470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8" name="TextBox 1">
            <a:extLst>
              <a:ext uri="{FF2B5EF4-FFF2-40B4-BE49-F238E27FC236}">
                <a16:creationId xmlns:a16="http://schemas.microsoft.com/office/drawing/2014/main" id="{88B25368-881E-4F29-8B11-71AA88EDFC0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1530" y="337165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9" name="TextBox 1">
            <a:extLst>
              <a:ext uri="{FF2B5EF4-FFF2-40B4-BE49-F238E27FC236}">
                <a16:creationId xmlns:a16="http://schemas.microsoft.com/office/drawing/2014/main" id="{50968B76-D437-4F6C-A063-7DE57A0835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08109" y="3787347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80" name="TextBox 1">
            <a:extLst>
              <a:ext uri="{FF2B5EF4-FFF2-40B4-BE49-F238E27FC236}">
                <a16:creationId xmlns:a16="http://schemas.microsoft.com/office/drawing/2014/main" id="{34CE6BFC-6ACD-42E9-AC05-6060BEB2E30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0391" y="421934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81" name="TextBox 1">
            <a:extLst>
              <a:ext uri="{FF2B5EF4-FFF2-40B4-BE49-F238E27FC236}">
                <a16:creationId xmlns:a16="http://schemas.microsoft.com/office/drawing/2014/main" id="{19A3BA1C-EEF3-4BB0-86B4-C2E1B328317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10222" y="462765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4876</TotalTime>
  <Words>95</Words>
  <Application>Microsoft Office PowerPoint</Application>
  <PresentationFormat>On-screen Show (4:3)</PresentationFormat>
  <Paragraphs>90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1093</cp:revision>
  <dcterms:created xsi:type="dcterms:W3CDTF">2013-08-08T20:48:04Z</dcterms:created>
  <dcterms:modified xsi:type="dcterms:W3CDTF">2023-03-07T17:54:12Z</dcterms:modified>
</cp:coreProperties>
</file>