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101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809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753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9668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821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9577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92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49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43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1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848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59" y="152400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832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2" name="TextBox 3">
            <a:extLst>
              <a:ext uri="{FF2B5EF4-FFF2-40B4-BE49-F238E27FC236}">
                <a16:creationId xmlns:a16="http://schemas.microsoft.com/office/drawing/2014/main" id="{DB1B61A5-C1B1-439F-9C4D-57D52DD58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90" y="1170222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9C7CFAA9-BDF1-426B-939F-D42D9DA21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8920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70E27634-BB73-4E6F-9E42-B4EFC65C8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8110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5" name="TextBox 3">
            <a:extLst>
              <a:ext uri="{FF2B5EF4-FFF2-40B4-BE49-F238E27FC236}">
                <a16:creationId xmlns:a16="http://schemas.microsoft.com/office/drawing/2014/main" id="{9F4360EE-93A2-4E1D-A8FD-A20D21154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4391" y="119181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7221DC13-C9D5-47FD-88ED-5324F25A72B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5" y="134217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7" name="TextBox 1">
            <a:extLst>
              <a:ext uri="{FF2B5EF4-FFF2-40B4-BE49-F238E27FC236}">
                <a16:creationId xmlns:a16="http://schemas.microsoft.com/office/drawing/2014/main" id="{C2464421-747A-4330-A4ED-C14034036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41366" y="174214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8" name="TextBox 1">
            <a:extLst>
              <a:ext uri="{FF2B5EF4-FFF2-40B4-BE49-F238E27FC236}">
                <a16:creationId xmlns:a16="http://schemas.microsoft.com/office/drawing/2014/main" id="{305BB113-E493-44DC-B056-73382E6E89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4306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49" name="TextBox 1">
            <a:extLst>
              <a:ext uri="{FF2B5EF4-FFF2-40B4-BE49-F238E27FC236}">
                <a16:creationId xmlns:a16="http://schemas.microsoft.com/office/drawing/2014/main" id="{75A5478C-4287-4057-95C9-4B5BCB9C5E1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0545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0" name="TextBox 1">
            <a:extLst>
              <a:ext uri="{FF2B5EF4-FFF2-40B4-BE49-F238E27FC236}">
                <a16:creationId xmlns:a16="http://schemas.microsoft.com/office/drawing/2014/main" id="{CC40B443-D2C6-4C48-AD12-DE4ACF7DCC6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00108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1" name="TextBox 1">
            <a:extLst>
              <a:ext uri="{FF2B5EF4-FFF2-40B4-BE49-F238E27FC236}">
                <a16:creationId xmlns:a16="http://schemas.microsoft.com/office/drawing/2014/main" id="{0B9D6E6A-1368-4F50-B976-692588DF8A8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29648" y="343662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EFDA10A4-DEB0-499F-BEA3-82A8C3C03A5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17831" y="384464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2" name="TextBox 1">
            <a:extLst>
              <a:ext uri="{FF2B5EF4-FFF2-40B4-BE49-F238E27FC236}">
                <a16:creationId xmlns:a16="http://schemas.microsoft.com/office/drawing/2014/main" id="{CDCEA13C-2423-4D95-BC2C-141E2A6CADC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02951" y="42918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3" name="TextBox 1">
            <a:extLst>
              <a:ext uri="{FF2B5EF4-FFF2-40B4-BE49-F238E27FC236}">
                <a16:creationId xmlns:a16="http://schemas.microsoft.com/office/drawing/2014/main" id="{2D80ACA9-D11A-4B01-A9EF-64701F2D9D0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3240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4" name="TextBox 1">
            <a:extLst>
              <a:ext uri="{FF2B5EF4-FFF2-40B4-BE49-F238E27FC236}">
                <a16:creationId xmlns:a16="http://schemas.microsoft.com/office/drawing/2014/main" id="{D1D85867-5D90-4B35-B8D3-1203820B77A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9981" y="134332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5" name="TextBox 1">
            <a:extLst>
              <a:ext uri="{FF2B5EF4-FFF2-40B4-BE49-F238E27FC236}">
                <a16:creationId xmlns:a16="http://schemas.microsoft.com/office/drawing/2014/main" id="{9631130C-6998-44E8-A3D9-F20F8D20B1A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17648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6" name="TextBox 1">
            <a:extLst>
              <a:ext uri="{FF2B5EF4-FFF2-40B4-BE49-F238E27FC236}">
                <a16:creationId xmlns:a16="http://schemas.microsoft.com/office/drawing/2014/main" id="{488AFCD3-3DF4-484B-AC58-76ECA0E818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2" y="218408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7" name="TextBox 1">
            <a:extLst>
              <a:ext uri="{FF2B5EF4-FFF2-40B4-BE49-F238E27FC236}">
                <a16:creationId xmlns:a16="http://schemas.microsoft.com/office/drawing/2014/main" id="{AAF27EA3-1C1D-49F6-8B48-F2376E0A52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1" y="260421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8" name="TextBox 1">
            <a:extLst>
              <a:ext uri="{FF2B5EF4-FFF2-40B4-BE49-F238E27FC236}">
                <a16:creationId xmlns:a16="http://schemas.microsoft.com/office/drawing/2014/main" id="{B7F38AA2-7CB5-4E9E-8241-8C5F1A33053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100" y="300948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89" name="TextBox 1">
            <a:extLst>
              <a:ext uri="{FF2B5EF4-FFF2-40B4-BE49-F238E27FC236}">
                <a16:creationId xmlns:a16="http://schemas.microsoft.com/office/drawing/2014/main" id="{77649B76-BCC7-4689-837E-4FB80D257F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0" name="TextBox 1">
            <a:extLst>
              <a:ext uri="{FF2B5EF4-FFF2-40B4-BE49-F238E27FC236}">
                <a16:creationId xmlns:a16="http://schemas.microsoft.com/office/drawing/2014/main" id="{4075B9D0-7E12-4EEF-B295-CFD9F12A2C4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9" y="388106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1" name="TextBox 1">
            <a:extLst>
              <a:ext uri="{FF2B5EF4-FFF2-40B4-BE49-F238E27FC236}">
                <a16:creationId xmlns:a16="http://schemas.microsoft.com/office/drawing/2014/main" id="{3E47F12B-2220-421E-8912-7F472CE3FFD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35203" y="429436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2" name="TextBox 1">
            <a:extLst>
              <a:ext uri="{FF2B5EF4-FFF2-40B4-BE49-F238E27FC236}">
                <a16:creationId xmlns:a16="http://schemas.microsoft.com/office/drawing/2014/main" id="{2382728B-9037-48E1-A572-F9EFD8B731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855098" y="4706476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3" name="TextBox 1">
            <a:extLst>
              <a:ext uri="{FF2B5EF4-FFF2-40B4-BE49-F238E27FC236}">
                <a16:creationId xmlns:a16="http://schemas.microsoft.com/office/drawing/2014/main" id="{68C3EA5B-ECC9-4067-A260-76C4B31C754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333500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4" name="TextBox 1">
            <a:extLst>
              <a:ext uri="{FF2B5EF4-FFF2-40B4-BE49-F238E27FC236}">
                <a16:creationId xmlns:a16="http://schemas.microsoft.com/office/drawing/2014/main" id="{A8FD509C-A0E4-436A-98A7-06B7685C5BC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17648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5" name="TextBox 1">
            <a:extLst>
              <a:ext uri="{FF2B5EF4-FFF2-40B4-BE49-F238E27FC236}">
                <a16:creationId xmlns:a16="http://schemas.microsoft.com/office/drawing/2014/main" id="{24CF4E02-2D7F-4F1E-B259-CEC728B155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1" y="2184081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6" name="TextBox 1">
            <a:extLst>
              <a:ext uri="{FF2B5EF4-FFF2-40B4-BE49-F238E27FC236}">
                <a16:creationId xmlns:a16="http://schemas.microsoft.com/office/drawing/2014/main" id="{7FDA9DED-4891-496E-8625-56D845F21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90" y="260306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7" name="TextBox 1">
            <a:extLst>
              <a:ext uri="{FF2B5EF4-FFF2-40B4-BE49-F238E27FC236}">
                <a16:creationId xmlns:a16="http://schemas.microsoft.com/office/drawing/2014/main" id="{697465F8-565A-48B0-9976-0231BEF5F7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9" y="3022219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8" name="TextBox 1">
            <a:extLst>
              <a:ext uri="{FF2B5EF4-FFF2-40B4-BE49-F238E27FC236}">
                <a16:creationId xmlns:a16="http://schemas.microsoft.com/office/drawing/2014/main" id="{CDE8B662-37F1-45BA-A591-81CFF52CB7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74754" y="3461872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99" name="TextBox 1">
            <a:extLst>
              <a:ext uri="{FF2B5EF4-FFF2-40B4-BE49-F238E27FC236}">
                <a16:creationId xmlns:a16="http://schemas.microsoft.com/office/drawing/2014/main" id="{93EBAB4D-3AFB-4C47-A859-C8688D85BC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3895033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F105B5B-C396-40BB-BA58-B6947647C26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8" y="4304588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1" name="TextBox 1">
            <a:extLst>
              <a:ext uri="{FF2B5EF4-FFF2-40B4-BE49-F238E27FC236}">
                <a16:creationId xmlns:a16="http://schemas.microsoft.com/office/drawing/2014/main" id="{079DC976-8000-41DC-BF93-833B0C5D82A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842687" y="4713385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2" name="TextBox 1">
            <a:extLst>
              <a:ext uri="{FF2B5EF4-FFF2-40B4-BE49-F238E27FC236}">
                <a16:creationId xmlns:a16="http://schemas.microsoft.com/office/drawing/2014/main" id="{FC3487E7-A15E-48C1-86B7-B2E795F362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859" y="1322784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  <p:sp>
        <p:nvSpPr>
          <p:cNvPr id="103" name="TextBox 1">
            <a:extLst>
              <a:ext uri="{FF2B5EF4-FFF2-40B4-BE49-F238E27FC236}">
                <a16:creationId xmlns:a16="http://schemas.microsoft.com/office/drawing/2014/main" id="{4507E487-3541-43AB-B6C9-EFE0E9391A3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971689" y="1761807"/>
            <a:ext cx="125386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5006</TotalTime>
  <Words>106</Words>
  <Application>Microsoft Office PowerPoint</Application>
  <PresentationFormat>On-screen Show (4:3)</PresentationFormat>
  <Paragraphs>103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1100</cp:revision>
  <dcterms:created xsi:type="dcterms:W3CDTF">2013-08-08T20:48:04Z</dcterms:created>
  <dcterms:modified xsi:type="dcterms:W3CDTF">2023-03-07T17:55:17Z</dcterms:modified>
</cp:coreProperties>
</file>