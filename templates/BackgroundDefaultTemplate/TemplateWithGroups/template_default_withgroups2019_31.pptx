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33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153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873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30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152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462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4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0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22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668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2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57499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6150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5002</TotalTime>
  <Words>110</Words>
  <Application>Microsoft Office PowerPoint</Application>
  <PresentationFormat>On-screen Show (4:3)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1099</cp:revision>
  <dcterms:created xsi:type="dcterms:W3CDTF">2013-08-08T20:48:04Z</dcterms:created>
  <dcterms:modified xsi:type="dcterms:W3CDTF">2023-03-07T17:57:03Z</dcterms:modified>
</cp:coreProperties>
</file>