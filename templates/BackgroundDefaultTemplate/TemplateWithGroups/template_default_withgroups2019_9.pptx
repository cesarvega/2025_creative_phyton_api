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34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D7C"/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63" d="100"/>
          <a:sy n="63" d="100"/>
        </p:scale>
        <p:origin x="1400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454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4530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05345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17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932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32539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1977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821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53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512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2250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458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450850" y="48768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Names]</a:t>
            </a:r>
          </a:p>
        </p:txBody>
      </p:sp>
      <p:sp>
        <p:nvSpPr>
          <p:cNvPr id="4099" name="TextBox 24"/>
          <p:cNvSpPr txBox="1">
            <a:spLocks noChangeArrowheads="1"/>
          </p:cNvSpPr>
          <p:nvPr/>
        </p:nvSpPr>
        <p:spPr bwMode="auto">
          <a:xfrm>
            <a:off x="2309813" y="55626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Neutral</a:t>
            </a:r>
          </a:p>
        </p:txBody>
      </p:sp>
      <p:sp>
        <p:nvSpPr>
          <p:cNvPr id="4100" name="TextBox 25"/>
          <p:cNvSpPr txBox="1">
            <a:spLocks noChangeArrowheads="1"/>
          </p:cNvSpPr>
          <p:nvPr/>
        </p:nvSpPr>
        <p:spPr bwMode="auto">
          <a:xfrm>
            <a:off x="7696200" y="55800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Negative</a:t>
            </a:r>
          </a:p>
        </p:txBody>
      </p:sp>
      <p:sp>
        <p:nvSpPr>
          <p:cNvPr id="4101" name="Oval 33"/>
          <p:cNvSpPr>
            <a:spLocks noChangeArrowheads="1"/>
          </p:cNvSpPr>
          <p:nvPr/>
        </p:nvSpPr>
        <p:spPr bwMode="auto">
          <a:xfrm>
            <a:off x="2171700" y="56546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2" name="Oval 34"/>
          <p:cNvSpPr>
            <a:spLocks noChangeArrowheads="1"/>
          </p:cNvSpPr>
          <p:nvPr/>
        </p:nvSpPr>
        <p:spPr bwMode="auto">
          <a:xfrm>
            <a:off x="7569200" y="56562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4103" name="TextBox 1"/>
          <p:cNvSpPr txBox="1">
            <a:spLocks noChangeArrowheads="1"/>
          </p:cNvSpPr>
          <p:nvPr/>
        </p:nvSpPr>
        <p:spPr bwMode="auto">
          <a:xfrm>
            <a:off x="152400" y="167006"/>
            <a:ext cx="855568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2800" dirty="0">
                <a:solidFill>
                  <a:srgbClr val="1D3D7C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8768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/>
          <p:cNvSpPr txBox="1">
            <a:spLocks noChangeArrowheads="1"/>
          </p:cNvSpPr>
          <p:nvPr/>
        </p:nvSpPr>
        <p:spPr bwMode="auto">
          <a:xfrm>
            <a:off x="643148" y="1186776"/>
            <a:ext cx="8204635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106" name="TextBox 24"/>
          <p:cNvSpPr txBox="1">
            <a:spLocks noChangeArrowheads="1"/>
          </p:cNvSpPr>
          <p:nvPr/>
        </p:nvSpPr>
        <p:spPr bwMode="auto">
          <a:xfrm>
            <a:off x="642938" y="55626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eaLnBrk="1" hangingPunct="1">
              <a:buClrTx/>
              <a:buFontTx/>
              <a:buNone/>
            </a:pPr>
            <a:r>
              <a:rPr lang="en-US" altLang="en-US" sz="1600"/>
              <a:t>Positive</a:t>
            </a:r>
          </a:p>
        </p:txBody>
      </p:sp>
      <p:sp>
        <p:nvSpPr>
          <p:cNvPr id="4107" name="Oval 33"/>
          <p:cNvSpPr>
            <a:spLocks noChangeArrowheads="1"/>
          </p:cNvSpPr>
          <p:nvPr/>
        </p:nvSpPr>
        <p:spPr bwMode="auto">
          <a:xfrm>
            <a:off x="504825" y="56546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12" name="TextBox 1"/>
          <p:cNvSpPr txBox="1">
            <a:spLocks noChangeAspect="1" noChangeArrowheads="1"/>
          </p:cNvSpPr>
          <p:nvPr/>
        </p:nvSpPr>
        <p:spPr bwMode="auto">
          <a:xfrm>
            <a:off x="973347" y="129540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5" name="TextBox 1"/>
          <p:cNvSpPr txBox="1">
            <a:spLocks noChangeAspect="1" noChangeArrowheads="1"/>
          </p:cNvSpPr>
          <p:nvPr/>
        </p:nvSpPr>
        <p:spPr bwMode="auto">
          <a:xfrm>
            <a:off x="966787" y="2023438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6" name="TextBox 1"/>
          <p:cNvSpPr txBox="1">
            <a:spLocks noChangeAspect="1" noChangeArrowheads="1"/>
          </p:cNvSpPr>
          <p:nvPr/>
        </p:nvSpPr>
        <p:spPr bwMode="auto">
          <a:xfrm>
            <a:off x="973347" y="2776835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7" name="TextBox 1"/>
          <p:cNvSpPr txBox="1">
            <a:spLocks noChangeAspect="1" noChangeArrowheads="1"/>
          </p:cNvSpPr>
          <p:nvPr/>
        </p:nvSpPr>
        <p:spPr bwMode="auto">
          <a:xfrm>
            <a:off x="1016229" y="3469332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8" name="TextBox 1"/>
          <p:cNvSpPr txBox="1">
            <a:spLocks noChangeAspect="1" noChangeArrowheads="1"/>
          </p:cNvSpPr>
          <p:nvPr/>
        </p:nvSpPr>
        <p:spPr bwMode="auto">
          <a:xfrm>
            <a:off x="966787" y="419794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19" name="TextBox 1"/>
          <p:cNvSpPr txBox="1">
            <a:spLocks noChangeAspect="1" noChangeArrowheads="1"/>
          </p:cNvSpPr>
          <p:nvPr/>
        </p:nvSpPr>
        <p:spPr bwMode="auto">
          <a:xfrm>
            <a:off x="5105400" y="1295400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0" name="TextBox 1"/>
          <p:cNvSpPr txBox="1">
            <a:spLocks noChangeAspect="1" noChangeArrowheads="1"/>
          </p:cNvSpPr>
          <p:nvPr/>
        </p:nvSpPr>
        <p:spPr bwMode="auto">
          <a:xfrm>
            <a:off x="5105400" y="2023437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1" name="TextBox 1"/>
          <p:cNvSpPr txBox="1">
            <a:spLocks noChangeAspect="1" noChangeArrowheads="1"/>
          </p:cNvSpPr>
          <p:nvPr/>
        </p:nvSpPr>
        <p:spPr bwMode="auto">
          <a:xfrm>
            <a:off x="5129123" y="2722523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  <p:sp>
        <p:nvSpPr>
          <p:cNvPr id="22" name="TextBox 1"/>
          <p:cNvSpPr txBox="1">
            <a:spLocks noChangeAspect="1" noChangeArrowheads="1"/>
          </p:cNvSpPr>
          <p:nvPr/>
        </p:nvSpPr>
        <p:spPr bwMode="auto">
          <a:xfrm>
            <a:off x="5129123" y="3421609"/>
            <a:ext cx="27446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 algn="just">
              <a:buClr>
                <a:srgbClr val="1E3D7D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just">
              <a:buClr>
                <a:srgbClr val="1E3D7D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just"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1E3D7D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US" altLang="en-US" sz="2400" dirty="0">
                <a:latin typeface="+mn-lt"/>
                <a:ea typeface="Verdana" panose="020B0604030504040204" pitchFamily="34" charset="0"/>
                <a:cs typeface="Verdana" panose="020B0604030504040204" pitchFamily="34" charset="0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25785279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4778</TotalTime>
  <Words>39</Words>
  <Application>Microsoft Office PowerPoint</Application>
  <PresentationFormat>On-screen Show (4:3)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1091</cp:revision>
  <dcterms:created xsi:type="dcterms:W3CDTF">2013-08-08T20:48:04Z</dcterms:created>
  <dcterms:modified xsi:type="dcterms:W3CDTF">2023-03-06T21:53:48Z</dcterms:modified>
</cp:coreProperties>
</file>