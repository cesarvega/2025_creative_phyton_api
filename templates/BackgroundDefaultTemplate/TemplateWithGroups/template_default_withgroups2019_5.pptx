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7" d="100"/>
          <a:sy n="67" d="100"/>
        </p:scale>
        <p:origin x="1292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96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27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453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148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307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448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69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32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68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2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76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4864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038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5800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74038" y="92239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76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4864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4777</TotalTime>
  <Words>31</Words>
  <Application>Microsoft Office PowerPoint</Application>
  <PresentationFormat>On-screen Show 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1089</cp:revision>
  <dcterms:created xsi:type="dcterms:W3CDTF">2013-08-08T20:48:04Z</dcterms:created>
  <dcterms:modified xsi:type="dcterms:W3CDTF">2023-03-06T21:46:48Z</dcterms:modified>
</cp:coreProperties>
</file>