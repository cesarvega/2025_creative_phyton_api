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8" d="100"/>
          <a:sy n="58" d="100"/>
        </p:scale>
        <p:origin x="154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129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73262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672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6923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05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79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7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6810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93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76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9530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24100" y="5720537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77235" y="572281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7912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792788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152400" y="162272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530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74497" y="1184275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74497" y="5706397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7912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rrowheads="1"/>
          </p:cNvSpPr>
          <p:nvPr/>
        </p:nvSpPr>
        <p:spPr bwMode="auto">
          <a:xfrm>
            <a:off x="1213701" y="1295400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rrowheads="1"/>
          </p:cNvSpPr>
          <p:nvPr/>
        </p:nvSpPr>
        <p:spPr bwMode="auto">
          <a:xfrm>
            <a:off x="1207141" y="2023438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1213701" y="2776835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rrowheads="1"/>
          </p:cNvSpPr>
          <p:nvPr/>
        </p:nvSpPr>
        <p:spPr bwMode="auto">
          <a:xfrm>
            <a:off x="1256583" y="3469332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1207141" y="4197940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9" name="TextBox 1"/>
          <p:cNvSpPr txBox="1">
            <a:spLocks noChangeArrowheads="1"/>
          </p:cNvSpPr>
          <p:nvPr/>
        </p:nvSpPr>
        <p:spPr bwMode="auto">
          <a:xfrm>
            <a:off x="5345754" y="1295400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0" name="TextBox 1"/>
          <p:cNvSpPr txBox="1">
            <a:spLocks noChangeArrowheads="1"/>
          </p:cNvSpPr>
          <p:nvPr/>
        </p:nvSpPr>
        <p:spPr bwMode="auto">
          <a:xfrm>
            <a:off x="5345754" y="2023437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1" name="TextBox 1"/>
          <p:cNvSpPr txBox="1">
            <a:spLocks noChangeArrowheads="1"/>
          </p:cNvSpPr>
          <p:nvPr/>
        </p:nvSpPr>
        <p:spPr bwMode="auto">
          <a:xfrm>
            <a:off x="5369477" y="2722523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5369477" y="3421609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5" name="TextBox 1"/>
          <p:cNvSpPr txBox="1">
            <a:spLocks noChangeArrowheads="1"/>
          </p:cNvSpPr>
          <p:nvPr/>
        </p:nvSpPr>
        <p:spPr bwMode="auto">
          <a:xfrm>
            <a:off x="5377146" y="4224389"/>
            <a:ext cx="2263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4796</TotalTime>
  <Words>41</Words>
  <Application>Microsoft Office PowerPoint</Application>
  <PresentationFormat>On-screen Show (4:3)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1086</cp:revision>
  <dcterms:created xsi:type="dcterms:W3CDTF">2013-08-08T20:48:04Z</dcterms:created>
  <dcterms:modified xsi:type="dcterms:W3CDTF">2023-03-06T21:32:34Z</dcterms:modified>
</cp:coreProperties>
</file>