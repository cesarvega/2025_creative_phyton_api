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67" d="100"/>
          <a:sy n="67" d="100"/>
        </p:scale>
        <p:origin x="1292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11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857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7933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9281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864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21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6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735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40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0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" y="188965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689" y="176180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4" name="TextBox 1">
            <a:extLst>
              <a:ext uri="{FF2B5EF4-FFF2-40B4-BE49-F238E27FC236}">
                <a16:creationId xmlns:a16="http://schemas.microsoft.com/office/drawing/2014/main" id="{379DAC82-A73C-489C-AC89-8F4B3294E5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17602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5" name="TextBox 1">
            <a:extLst>
              <a:ext uri="{FF2B5EF4-FFF2-40B4-BE49-F238E27FC236}">
                <a16:creationId xmlns:a16="http://schemas.microsoft.com/office/drawing/2014/main" id="{29974F9A-5F69-41F0-BE5D-C8B451DE5E8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261504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6" name="TextBox 1">
            <a:extLst>
              <a:ext uri="{FF2B5EF4-FFF2-40B4-BE49-F238E27FC236}">
                <a16:creationId xmlns:a16="http://schemas.microsoft.com/office/drawing/2014/main" id="{4AFFDE20-FB46-45A8-87AD-069A9ABCAF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02203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7" name="TextBox 1">
            <a:extLst>
              <a:ext uri="{FF2B5EF4-FFF2-40B4-BE49-F238E27FC236}">
                <a16:creationId xmlns:a16="http://schemas.microsoft.com/office/drawing/2014/main" id="{C91C9617-7AF2-4F3E-A34A-5DBD98550E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47170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8" name="TextBox 1">
            <a:extLst>
              <a:ext uri="{FF2B5EF4-FFF2-40B4-BE49-F238E27FC236}">
                <a16:creationId xmlns:a16="http://schemas.microsoft.com/office/drawing/2014/main" id="{4A6FDA97-901D-450A-95FA-575EDAD3A3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65825" y="389080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5004</TotalTime>
  <Words>116</Words>
  <Application>Microsoft Office PowerPoint</Application>
  <PresentationFormat>On-screen Show (4:3)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1096</cp:revision>
  <dcterms:created xsi:type="dcterms:W3CDTF">2013-08-08T20:48:04Z</dcterms:created>
  <dcterms:modified xsi:type="dcterms:W3CDTF">2023-03-07T17:59:43Z</dcterms:modified>
</cp:coreProperties>
</file>