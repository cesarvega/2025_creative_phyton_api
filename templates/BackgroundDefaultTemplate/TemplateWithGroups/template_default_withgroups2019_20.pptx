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4" d="100"/>
          <a:sy n="54" d="100"/>
        </p:scale>
        <p:origin x="122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93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79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30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536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135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376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79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38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9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375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3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8694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4884</TotalTime>
  <Words>83</Words>
  <Application>Microsoft Office PowerPoint</Application>
  <PresentationFormat>On-screen Show (4:3)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1101</cp:revision>
  <dcterms:created xsi:type="dcterms:W3CDTF">2013-08-08T20:48:04Z</dcterms:created>
  <dcterms:modified xsi:type="dcterms:W3CDTF">2023-03-07T15:30:31Z</dcterms:modified>
</cp:coreProperties>
</file>