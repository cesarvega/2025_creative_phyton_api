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3"/>
  </p:notesMasterIdLst>
  <p:handoutMasterIdLst>
    <p:handoutMasterId r:id="rId4"/>
  </p:handoutMasterIdLst>
  <p:sldIdLst>
    <p:sldId id="438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6" autoAdjust="0"/>
    <p:restoredTop sz="94689"/>
  </p:normalViewPr>
  <p:slideViewPr>
    <p:cSldViewPr>
      <p:cViewPr varScale="1">
        <p:scale>
          <a:sx n="59" d="100"/>
          <a:sy n="59" d="100"/>
        </p:scale>
        <p:origin x="1084" y="56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E33678E-6B84-4F06-A10E-CB50C74804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A7028A0-5D20-4B22-B973-9F4D51FCD8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4926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2850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62524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01363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77094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57432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0817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002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987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470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72737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032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826AD57-2681-49A1-81B7-5067EF7A501F}"/>
              </a:ext>
            </a:extLst>
          </p:cNvPr>
          <p:cNvSpPr txBox="1"/>
          <p:nvPr/>
        </p:nvSpPr>
        <p:spPr>
          <a:xfrm>
            <a:off x="450850" y="51816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 Candidates]</a:t>
            </a:r>
          </a:p>
        </p:txBody>
      </p:sp>
      <p:sp>
        <p:nvSpPr>
          <p:cNvPr id="38915" name="TextBox 24">
            <a:extLst>
              <a:ext uri="{FF2B5EF4-FFF2-40B4-BE49-F238E27FC236}">
                <a16:creationId xmlns:a16="http://schemas.microsoft.com/office/drawing/2014/main" id="{ECEDE5DB-20EA-43C2-8008-64C773B37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9813" y="5791200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Neutral</a:t>
            </a:r>
          </a:p>
        </p:txBody>
      </p:sp>
      <p:sp>
        <p:nvSpPr>
          <p:cNvPr id="38916" name="TextBox 25">
            <a:extLst>
              <a:ext uri="{FF2B5EF4-FFF2-40B4-BE49-F238E27FC236}">
                <a16:creationId xmlns:a16="http://schemas.microsoft.com/office/drawing/2014/main" id="{5E406B74-2561-4683-B6C3-AB6D8BC5C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08663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Negative</a:t>
            </a:r>
          </a:p>
        </p:txBody>
      </p:sp>
      <p:sp>
        <p:nvSpPr>
          <p:cNvPr id="38917" name="Oval 33">
            <a:extLst>
              <a:ext uri="{FF2B5EF4-FFF2-40B4-BE49-F238E27FC236}">
                <a16:creationId xmlns:a16="http://schemas.microsoft.com/office/drawing/2014/main" id="{4F6A849B-E55F-4DAE-90EF-213538B25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58832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8" name="Oval 34">
            <a:extLst>
              <a:ext uri="{FF2B5EF4-FFF2-40B4-BE49-F238E27FC236}">
                <a16:creationId xmlns:a16="http://schemas.microsoft.com/office/drawing/2014/main" id="{3A2858B2-C6D2-4E9D-80FD-F5690BD18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9200" y="5884863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9" name="TextBox 1">
            <a:extLst>
              <a:ext uri="{FF2B5EF4-FFF2-40B4-BE49-F238E27FC236}">
                <a16:creationId xmlns:a16="http://schemas.microsoft.com/office/drawing/2014/main" id="{17FC7D5B-A5FC-4D5B-A74B-6233B97B5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191" y="128576"/>
            <a:ext cx="85566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solidFill>
                  <a:schemeClr val="bg1"/>
                </a:solidFill>
                <a:latin typeface="+mn-lt"/>
                <a:ea typeface="+mj-ea"/>
                <a:cs typeface="+mj-cs"/>
              </a:rPr>
              <a:t>Category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7F7371-EAC2-4BF8-834B-14CC246CCA3D}"/>
              </a:ext>
            </a:extLst>
          </p:cNvPr>
          <p:cNvSpPr txBox="1"/>
          <p:nvPr/>
        </p:nvSpPr>
        <p:spPr>
          <a:xfrm>
            <a:off x="5029200" y="51816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2B0A1C12-80DB-4488-9BB6-005475897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149" y="1186776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8922" name="TextBox 24">
            <a:extLst>
              <a:ext uri="{FF2B5EF4-FFF2-40B4-BE49-F238E27FC236}">
                <a16:creationId xmlns:a16="http://schemas.microsoft.com/office/drawing/2014/main" id="{4B408D6D-DB44-431E-A941-5402F4FD1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57912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Positive</a:t>
            </a:r>
          </a:p>
        </p:txBody>
      </p:sp>
      <p:sp>
        <p:nvSpPr>
          <p:cNvPr id="38923" name="Oval 33">
            <a:extLst>
              <a:ext uri="{FF2B5EF4-FFF2-40B4-BE49-F238E27FC236}">
                <a16:creationId xmlns:a16="http://schemas.microsoft.com/office/drawing/2014/main" id="{0F59DEC6-B1C8-4B91-A1E0-64D6EC06A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58832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24" name="TextBox 1">
            <a:extLst>
              <a:ext uri="{FF2B5EF4-FFF2-40B4-BE49-F238E27FC236}">
                <a16:creationId xmlns:a16="http://schemas.microsoft.com/office/drawing/2014/main" id="{1AE62EC5-9F80-47BA-91C4-2DB33005C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5489" y="1243642"/>
            <a:ext cx="15687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1" name="TextBox 1">
            <a:extLst>
              <a:ext uri="{FF2B5EF4-FFF2-40B4-BE49-F238E27FC236}">
                <a16:creationId xmlns:a16="http://schemas.microsoft.com/office/drawing/2014/main" id="{65CC7D01-43CA-49F4-98EE-5971FC8323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5489" y="1660714"/>
            <a:ext cx="15687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2" name="TextBox 1">
            <a:extLst>
              <a:ext uri="{FF2B5EF4-FFF2-40B4-BE49-F238E27FC236}">
                <a16:creationId xmlns:a16="http://schemas.microsoft.com/office/drawing/2014/main" id="{C858B04C-110A-4D4D-9054-272210080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566" y="2103356"/>
            <a:ext cx="15687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3" name="TextBox 1">
            <a:extLst>
              <a:ext uri="{FF2B5EF4-FFF2-40B4-BE49-F238E27FC236}">
                <a16:creationId xmlns:a16="http://schemas.microsoft.com/office/drawing/2014/main" id="{61F05B00-E271-46C8-B9D8-C600D9521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7094" y="2528006"/>
            <a:ext cx="15687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4" name="TextBox 1">
            <a:extLst>
              <a:ext uri="{FF2B5EF4-FFF2-40B4-BE49-F238E27FC236}">
                <a16:creationId xmlns:a16="http://schemas.microsoft.com/office/drawing/2014/main" id="{0B7A8DB2-15B2-4A0A-B2F8-10F885C24F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0400" y="2929468"/>
            <a:ext cx="15687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5" name="TextBox 1">
            <a:extLst>
              <a:ext uri="{FF2B5EF4-FFF2-40B4-BE49-F238E27FC236}">
                <a16:creationId xmlns:a16="http://schemas.microsoft.com/office/drawing/2014/main" id="{513ECA1D-09D9-4202-B0F4-47EC459A2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4311" y="3332786"/>
            <a:ext cx="15687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6" name="TextBox 1">
            <a:extLst>
              <a:ext uri="{FF2B5EF4-FFF2-40B4-BE49-F238E27FC236}">
                <a16:creationId xmlns:a16="http://schemas.microsoft.com/office/drawing/2014/main" id="{F495D3BA-B6CC-4E31-A5EA-4CB73B70D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887" y="3794525"/>
            <a:ext cx="15687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7" name="TextBox 1">
            <a:extLst>
              <a:ext uri="{FF2B5EF4-FFF2-40B4-BE49-F238E27FC236}">
                <a16:creationId xmlns:a16="http://schemas.microsoft.com/office/drawing/2014/main" id="{21259B07-A3CB-4446-A37E-A79835C6AC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5489" y="4226523"/>
            <a:ext cx="15687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8" name="TextBox 1">
            <a:extLst>
              <a:ext uri="{FF2B5EF4-FFF2-40B4-BE49-F238E27FC236}">
                <a16:creationId xmlns:a16="http://schemas.microsoft.com/office/drawing/2014/main" id="{87E13CF1-09E7-4612-B874-93DB2BA14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887" y="4668719"/>
            <a:ext cx="15687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9" name="TextBox 3">
            <a:extLst>
              <a:ext uri="{FF2B5EF4-FFF2-40B4-BE49-F238E27FC236}">
                <a16:creationId xmlns:a16="http://schemas.microsoft.com/office/drawing/2014/main" id="{A99E000A-985C-4D79-B7FA-3BEB03AC1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7175" y="1184275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0" name="TextBox 1">
            <a:extLst>
              <a:ext uri="{FF2B5EF4-FFF2-40B4-BE49-F238E27FC236}">
                <a16:creationId xmlns:a16="http://schemas.microsoft.com/office/drawing/2014/main" id="{4BE9C5AD-00A4-4950-A4BB-BD7BADB228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5084" y="1256263"/>
            <a:ext cx="15687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1" name="TextBox 1">
            <a:extLst>
              <a:ext uri="{FF2B5EF4-FFF2-40B4-BE49-F238E27FC236}">
                <a16:creationId xmlns:a16="http://schemas.microsoft.com/office/drawing/2014/main" id="{C7EC3833-E82F-4422-B949-C0983854BD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515" y="1684314"/>
            <a:ext cx="15687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2" name="TextBox 1">
            <a:extLst>
              <a:ext uri="{FF2B5EF4-FFF2-40B4-BE49-F238E27FC236}">
                <a16:creationId xmlns:a16="http://schemas.microsoft.com/office/drawing/2014/main" id="{6A3F0124-D6B4-4B94-BC65-965CF0110C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337" y="2111970"/>
            <a:ext cx="15687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3" name="TextBox 1">
            <a:extLst>
              <a:ext uri="{FF2B5EF4-FFF2-40B4-BE49-F238E27FC236}">
                <a16:creationId xmlns:a16="http://schemas.microsoft.com/office/drawing/2014/main" id="{2F0AA31D-95A5-4675-A7D1-AE88D84AA2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6262" y="2554364"/>
            <a:ext cx="15687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4" name="TextBox 1">
            <a:extLst>
              <a:ext uri="{FF2B5EF4-FFF2-40B4-BE49-F238E27FC236}">
                <a16:creationId xmlns:a16="http://schemas.microsoft.com/office/drawing/2014/main" id="{A34302B3-EB85-4D1D-BE62-B0A8E3C55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2477" y="2954214"/>
            <a:ext cx="15687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5" name="TextBox 1">
            <a:extLst>
              <a:ext uri="{FF2B5EF4-FFF2-40B4-BE49-F238E27FC236}">
                <a16:creationId xmlns:a16="http://schemas.microsoft.com/office/drawing/2014/main" id="{C46B7584-FFA7-479B-86B9-C5E3CA4B0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9476" y="3378834"/>
            <a:ext cx="15687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6" name="TextBox 1">
            <a:extLst>
              <a:ext uri="{FF2B5EF4-FFF2-40B4-BE49-F238E27FC236}">
                <a16:creationId xmlns:a16="http://schemas.microsoft.com/office/drawing/2014/main" id="{657E8C18-1329-410E-BF88-5D9B79408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8879" y="3794525"/>
            <a:ext cx="16152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 Name Candidate</a:t>
            </a:r>
          </a:p>
        </p:txBody>
      </p:sp>
      <p:sp>
        <p:nvSpPr>
          <p:cNvPr id="67" name="TextBox 1">
            <a:extLst>
              <a:ext uri="{FF2B5EF4-FFF2-40B4-BE49-F238E27FC236}">
                <a16:creationId xmlns:a16="http://schemas.microsoft.com/office/drawing/2014/main" id="{E7F2BADF-EADC-43A2-849E-11F13F41E1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337" y="4226523"/>
            <a:ext cx="15687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8" name="TextBox 1">
            <a:extLst>
              <a:ext uri="{FF2B5EF4-FFF2-40B4-BE49-F238E27FC236}">
                <a16:creationId xmlns:a16="http://schemas.microsoft.com/office/drawing/2014/main" id="{FEE54790-4F75-4C09-8B6E-F4DEB23036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8168" y="4634836"/>
            <a:ext cx="15687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9" name="TextBox 3">
            <a:extLst>
              <a:ext uri="{FF2B5EF4-FFF2-40B4-BE49-F238E27FC236}">
                <a16:creationId xmlns:a16="http://schemas.microsoft.com/office/drawing/2014/main" id="{BE3AD6D8-BE65-4DAF-89DB-00A50D3EB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162050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0" name="TextBox 3">
            <a:extLst>
              <a:ext uri="{FF2B5EF4-FFF2-40B4-BE49-F238E27FC236}">
                <a16:creationId xmlns:a16="http://schemas.microsoft.com/office/drawing/2014/main" id="{F62A04DE-5A52-426D-947E-0B353443C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9978" y="1177097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3" name="TextBox 1">
            <a:extLst>
              <a:ext uri="{FF2B5EF4-FFF2-40B4-BE49-F238E27FC236}">
                <a16:creationId xmlns:a16="http://schemas.microsoft.com/office/drawing/2014/main" id="{07202B75-FBD6-4EE2-A5AE-EE2E5B9FA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7887" y="1249085"/>
            <a:ext cx="15687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74" name="TextBox 1">
            <a:extLst>
              <a:ext uri="{FF2B5EF4-FFF2-40B4-BE49-F238E27FC236}">
                <a16:creationId xmlns:a16="http://schemas.microsoft.com/office/drawing/2014/main" id="{5E26C109-7021-4AA1-89C4-60DF41337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2318" y="1677136"/>
            <a:ext cx="15687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75" name="TextBox 1">
            <a:extLst>
              <a:ext uri="{FF2B5EF4-FFF2-40B4-BE49-F238E27FC236}">
                <a16:creationId xmlns:a16="http://schemas.microsoft.com/office/drawing/2014/main" id="{4610DF42-124F-43CA-BAAD-6CBFC1447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1140" y="2104792"/>
            <a:ext cx="15687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76" name="TextBox 1">
            <a:extLst>
              <a:ext uri="{FF2B5EF4-FFF2-40B4-BE49-F238E27FC236}">
                <a16:creationId xmlns:a16="http://schemas.microsoft.com/office/drawing/2014/main" id="{B4C76248-49BB-4774-9527-FC590C0538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9065" y="2547186"/>
            <a:ext cx="15687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77" name="TextBox 1">
            <a:extLst>
              <a:ext uri="{FF2B5EF4-FFF2-40B4-BE49-F238E27FC236}">
                <a16:creationId xmlns:a16="http://schemas.microsoft.com/office/drawing/2014/main" id="{7A76A255-FBE8-4F6C-A593-6E290E1306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5280" y="2947036"/>
            <a:ext cx="15687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78" name="TextBox 1">
            <a:extLst>
              <a:ext uri="{FF2B5EF4-FFF2-40B4-BE49-F238E27FC236}">
                <a16:creationId xmlns:a16="http://schemas.microsoft.com/office/drawing/2014/main" id="{88B25368-881E-4F29-8B11-71AA88EDFC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2279" y="3371656"/>
            <a:ext cx="15687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79" name="TextBox 1">
            <a:extLst>
              <a:ext uri="{FF2B5EF4-FFF2-40B4-BE49-F238E27FC236}">
                <a16:creationId xmlns:a16="http://schemas.microsoft.com/office/drawing/2014/main" id="{50968B76-D437-4F6C-A063-7DE57A083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1682" y="3787347"/>
            <a:ext cx="16152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 Name Candidate</a:t>
            </a:r>
          </a:p>
        </p:txBody>
      </p:sp>
      <p:sp>
        <p:nvSpPr>
          <p:cNvPr id="80" name="TextBox 1">
            <a:extLst>
              <a:ext uri="{FF2B5EF4-FFF2-40B4-BE49-F238E27FC236}">
                <a16:creationId xmlns:a16="http://schemas.microsoft.com/office/drawing/2014/main" id="{34CE6BFC-6ACD-42E9-AC05-6060BEB2E3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1140" y="4219345"/>
            <a:ext cx="15687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</p:spTree>
    <p:extLst>
      <p:ext uri="{BB962C8B-B14F-4D97-AF65-F5344CB8AC3E}">
        <p14:creationId xmlns:p14="http://schemas.microsoft.com/office/powerpoint/2010/main" val="2918330274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4878</TotalTime>
  <Words>93</Words>
  <Application>Microsoft Office PowerPoint</Application>
  <PresentationFormat>On-screen Show (4:3)</PresentationFormat>
  <Paragraphs>89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Courier New</vt:lpstr>
      <vt:lpstr>Verdana</vt:lpstr>
      <vt:lpstr>Wingdings</vt:lpstr>
      <vt:lpstr>1_Office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1093</cp:revision>
  <dcterms:created xsi:type="dcterms:W3CDTF">2013-08-08T20:48:04Z</dcterms:created>
  <dcterms:modified xsi:type="dcterms:W3CDTF">2023-03-07T17:53:48Z</dcterms:modified>
</cp:coreProperties>
</file>