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75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26005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9161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832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571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578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7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22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896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9530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5626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800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6562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177372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530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5626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spect="1" noChangeArrowheads="1"/>
          </p:cNvSpPr>
          <p:nvPr/>
        </p:nvSpPr>
        <p:spPr bwMode="auto">
          <a:xfrm>
            <a:off x="5105400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spect="1" noChangeArrowheads="1"/>
          </p:cNvSpPr>
          <p:nvPr/>
        </p:nvSpPr>
        <p:spPr bwMode="auto">
          <a:xfrm>
            <a:off x="5105400" y="2023437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4778</TotalTime>
  <Words>35</Words>
  <Application>Microsoft Office PowerPoint</Application>
  <PresentationFormat>On-screen Show (4:3)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1093</cp:revision>
  <dcterms:created xsi:type="dcterms:W3CDTF">2013-08-08T20:48:04Z</dcterms:created>
  <dcterms:modified xsi:type="dcterms:W3CDTF">2023-03-06T21:50:31Z</dcterms:modified>
</cp:coreProperties>
</file>