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39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0865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084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329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37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5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6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60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5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377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7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00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24100" y="5644888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721600" y="5638800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150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16588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00598" y="179390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00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13456" y="117832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150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F02119C6-A447-4827-AE3D-FCCAF4A039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569" y="14478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2E17AF89-33CA-44E0-8B1D-8CC008A69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71" y="1003114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4817</TotalTime>
  <Words>22</Words>
  <Application>Microsoft Office PowerPoint</Application>
  <PresentationFormat>On-screen Show 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1097</cp:revision>
  <dcterms:created xsi:type="dcterms:W3CDTF">2013-08-08T20:48:04Z</dcterms:created>
  <dcterms:modified xsi:type="dcterms:W3CDTF">2023-03-06T21:35:26Z</dcterms:modified>
</cp:coreProperties>
</file>