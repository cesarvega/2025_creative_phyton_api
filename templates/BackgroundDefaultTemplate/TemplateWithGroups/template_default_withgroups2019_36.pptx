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3"/>
  </p:notesMasterIdLst>
  <p:handoutMasterIdLst>
    <p:handoutMasterId r:id="rId4"/>
  </p:handoutMasterIdLst>
  <p:sldIdLst>
    <p:sldId id="43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796" autoAdjust="0"/>
    <p:restoredTop sz="94689"/>
  </p:normalViewPr>
  <p:slideViewPr>
    <p:cSldViewPr>
      <p:cViewPr varScale="1">
        <p:scale>
          <a:sx n="59" d="100"/>
          <a:sy n="59" d="100"/>
        </p:scale>
        <p:origin x="1084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E33678E-6B84-4F06-A10E-CB50C74804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A7028A0-5D20-4B22-B973-9F4D51FCD8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4926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2943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00485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8958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79532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09771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2119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551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3355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250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76666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91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826AD57-2681-49A1-81B7-5067EF7A501F}"/>
              </a:ext>
            </a:extLst>
          </p:cNvPr>
          <p:cNvSpPr txBox="1"/>
          <p:nvPr/>
        </p:nvSpPr>
        <p:spPr>
          <a:xfrm>
            <a:off x="450850" y="51816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 Candidates]</a:t>
            </a:r>
          </a:p>
        </p:txBody>
      </p:sp>
      <p:sp>
        <p:nvSpPr>
          <p:cNvPr id="38915" name="TextBox 24">
            <a:extLst>
              <a:ext uri="{FF2B5EF4-FFF2-40B4-BE49-F238E27FC236}">
                <a16:creationId xmlns:a16="http://schemas.microsoft.com/office/drawing/2014/main" id="{ECEDE5DB-20EA-43C2-8008-64C773B37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9813" y="57912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Neutral</a:t>
            </a:r>
          </a:p>
        </p:txBody>
      </p:sp>
      <p:sp>
        <p:nvSpPr>
          <p:cNvPr id="38916" name="TextBox 25">
            <a:extLst>
              <a:ext uri="{FF2B5EF4-FFF2-40B4-BE49-F238E27FC236}">
                <a16:creationId xmlns:a16="http://schemas.microsoft.com/office/drawing/2014/main" id="{5E406B74-2561-4683-B6C3-AB6D8BC5C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086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Negative</a:t>
            </a:r>
          </a:p>
        </p:txBody>
      </p:sp>
      <p:sp>
        <p:nvSpPr>
          <p:cNvPr id="38917" name="Oval 33">
            <a:extLst>
              <a:ext uri="{FF2B5EF4-FFF2-40B4-BE49-F238E27FC236}">
                <a16:creationId xmlns:a16="http://schemas.microsoft.com/office/drawing/2014/main" id="{4F6A849B-E55F-4DAE-90EF-213538B25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58832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8" name="Oval 34">
            <a:extLst>
              <a:ext uri="{FF2B5EF4-FFF2-40B4-BE49-F238E27FC236}">
                <a16:creationId xmlns:a16="http://schemas.microsoft.com/office/drawing/2014/main" id="{3A2858B2-C6D2-4E9D-80FD-F5690BD18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9200" y="58848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9" name="TextBox 1">
            <a:extLst>
              <a:ext uri="{FF2B5EF4-FFF2-40B4-BE49-F238E27FC236}">
                <a16:creationId xmlns:a16="http://schemas.microsoft.com/office/drawing/2014/main" id="{17FC7D5B-A5FC-4D5B-A74B-6233B97B5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7" y="155498"/>
            <a:ext cx="85566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solidFill>
                  <a:srgbClr val="1F497D"/>
                </a:solidFill>
                <a:latin typeface="+mn-lt"/>
                <a:ea typeface="+mj-ea"/>
                <a:cs typeface="+mj-cs"/>
              </a:rPr>
              <a:t>Category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7F7371-EAC2-4BF8-834B-14CC246CCA3D}"/>
              </a:ext>
            </a:extLst>
          </p:cNvPr>
          <p:cNvSpPr txBox="1"/>
          <p:nvPr/>
        </p:nvSpPr>
        <p:spPr>
          <a:xfrm>
            <a:off x="5029200" y="51816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38922" name="TextBox 24">
            <a:extLst>
              <a:ext uri="{FF2B5EF4-FFF2-40B4-BE49-F238E27FC236}">
                <a16:creationId xmlns:a16="http://schemas.microsoft.com/office/drawing/2014/main" id="{4B408D6D-DB44-431E-A941-5402F4FD1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57912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Positive</a:t>
            </a:r>
          </a:p>
        </p:txBody>
      </p:sp>
      <p:sp>
        <p:nvSpPr>
          <p:cNvPr id="38923" name="Oval 33">
            <a:extLst>
              <a:ext uri="{FF2B5EF4-FFF2-40B4-BE49-F238E27FC236}">
                <a16:creationId xmlns:a16="http://schemas.microsoft.com/office/drawing/2014/main" id="{0F59DEC6-B1C8-4B91-A1E0-64D6EC06A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58832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42" name="TextBox 3">
            <a:extLst>
              <a:ext uri="{FF2B5EF4-FFF2-40B4-BE49-F238E27FC236}">
                <a16:creationId xmlns:a16="http://schemas.microsoft.com/office/drawing/2014/main" id="{DB1B61A5-C1B1-439F-9C4D-57D52DD581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590" y="1170222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3" name="TextBox 3">
            <a:extLst>
              <a:ext uri="{FF2B5EF4-FFF2-40B4-BE49-F238E27FC236}">
                <a16:creationId xmlns:a16="http://schemas.microsoft.com/office/drawing/2014/main" id="{9C7CFAA9-BDF1-426B-939F-D42D9DA219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8920" y="1184275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4" name="TextBox 3">
            <a:extLst>
              <a:ext uri="{FF2B5EF4-FFF2-40B4-BE49-F238E27FC236}">
                <a16:creationId xmlns:a16="http://schemas.microsoft.com/office/drawing/2014/main" id="{70E27634-BB73-4E6F-9E42-B4EFC65C8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181100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5" name="TextBox 3">
            <a:extLst>
              <a:ext uri="{FF2B5EF4-FFF2-40B4-BE49-F238E27FC236}">
                <a16:creationId xmlns:a16="http://schemas.microsoft.com/office/drawing/2014/main" id="{9F4360EE-93A2-4E1D-A8FD-A20D21154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4391" y="1191816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6" name="TextBox 1">
            <a:extLst>
              <a:ext uri="{FF2B5EF4-FFF2-40B4-BE49-F238E27FC236}">
                <a16:creationId xmlns:a16="http://schemas.microsoft.com/office/drawing/2014/main" id="{7221DC13-C9D5-47FD-88ED-5324F25A72B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96668" y="1342170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47" name="TextBox 1">
            <a:extLst>
              <a:ext uri="{FF2B5EF4-FFF2-40B4-BE49-F238E27FC236}">
                <a16:creationId xmlns:a16="http://schemas.microsoft.com/office/drawing/2014/main" id="{C2464421-747A-4330-A4ED-C14034036BD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96669" y="1742143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48" name="TextBox 1">
            <a:extLst>
              <a:ext uri="{FF2B5EF4-FFF2-40B4-BE49-F238E27FC236}">
                <a16:creationId xmlns:a16="http://schemas.microsoft.com/office/drawing/2014/main" id="{305BB113-E493-44DC-B056-73382E6E89F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79609" y="2184082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49" name="TextBox 1">
            <a:extLst>
              <a:ext uri="{FF2B5EF4-FFF2-40B4-BE49-F238E27FC236}">
                <a16:creationId xmlns:a16="http://schemas.microsoft.com/office/drawing/2014/main" id="{75A5478C-4287-4057-95C9-4B5BCB9C5E1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85848" y="2603063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70" name="TextBox 1">
            <a:extLst>
              <a:ext uri="{FF2B5EF4-FFF2-40B4-BE49-F238E27FC236}">
                <a16:creationId xmlns:a16="http://schemas.microsoft.com/office/drawing/2014/main" id="{CC40B443-D2C6-4C48-AD12-DE4ACF7DCC6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84951" y="3001087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71" name="TextBox 1">
            <a:extLst>
              <a:ext uri="{FF2B5EF4-FFF2-40B4-BE49-F238E27FC236}">
                <a16:creationId xmlns:a16="http://schemas.microsoft.com/office/drawing/2014/main" id="{0B9D6E6A-1368-4F50-B976-692588DF8A8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84951" y="3436620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72" name="TextBox 1">
            <a:extLst>
              <a:ext uri="{FF2B5EF4-FFF2-40B4-BE49-F238E27FC236}">
                <a16:creationId xmlns:a16="http://schemas.microsoft.com/office/drawing/2014/main" id="{EFDA10A4-DEB0-499F-BEA3-82A8C3C03A5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73134" y="3844647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2" name="TextBox 1">
            <a:extLst>
              <a:ext uri="{FF2B5EF4-FFF2-40B4-BE49-F238E27FC236}">
                <a16:creationId xmlns:a16="http://schemas.microsoft.com/office/drawing/2014/main" id="{CDCEA13C-2423-4D95-BC2C-141E2A6CADC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58254" y="429182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3" name="TextBox 1">
            <a:extLst>
              <a:ext uri="{FF2B5EF4-FFF2-40B4-BE49-F238E27FC236}">
                <a16:creationId xmlns:a16="http://schemas.microsoft.com/office/drawing/2014/main" id="{2D80ACA9-D11A-4B01-A9EF-64701F2D9D0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87710" y="471338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4" name="TextBox 1">
            <a:extLst>
              <a:ext uri="{FF2B5EF4-FFF2-40B4-BE49-F238E27FC236}">
                <a16:creationId xmlns:a16="http://schemas.microsoft.com/office/drawing/2014/main" id="{D1D85867-5D90-4B35-B8D3-1203820B77A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915284" y="134332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5" name="TextBox 1">
            <a:extLst>
              <a:ext uri="{FF2B5EF4-FFF2-40B4-BE49-F238E27FC236}">
                <a16:creationId xmlns:a16="http://schemas.microsoft.com/office/drawing/2014/main" id="{9631130C-6998-44E8-A3D9-F20F8D20B1A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910405" y="176488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6" name="TextBox 1">
            <a:extLst>
              <a:ext uri="{FF2B5EF4-FFF2-40B4-BE49-F238E27FC236}">
                <a16:creationId xmlns:a16="http://schemas.microsoft.com/office/drawing/2014/main" id="{488AFCD3-3DF4-484B-AC58-76ECA0E818A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910405" y="2184082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7" name="TextBox 1">
            <a:extLst>
              <a:ext uri="{FF2B5EF4-FFF2-40B4-BE49-F238E27FC236}">
                <a16:creationId xmlns:a16="http://schemas.microsoft.com/office/drawing/2014/main" id="{AAF27EA3-1C1D-49F6-8B48-F2376E0A52F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910404" y="2604218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8" name="TextBox 1">
            <a:extLst>
              <a:ext uri="{FF2B5EF4-FFF2-40B4-BE49-F238E27FC236}">
                <a16:creationId xmlns:a16="http://schemas.microsoft.com/office/drawing/2014/main" id="{B7F38AA2-7CB5-4E9E-8241-8C5F1A33053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910403" y="3009489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9" name="TextBox 1">
            <a:extLst>
              <a:ext uri="{FF2B5EF4-FFF2-40B4-BE49-F238E27FC236}">
                <a16:creationId xmlns:a16="http://schemas.microsoft.com/office/drawing/2014/main" id="{77649B76-BCC7-4689-837E-4FB80D257FC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910402" y="3461872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0" name="TextBox 1">
            <a:extLst>
              <a:ext uri="{FF2B5EF4-FFF2-40B4-BE49-F238E27FC236}">
                <a16:creationId xmlns:a16="http://schemas.microsoft.com/office/drawing/2014/main" id="{4075B9D0-7E12-4EEF-B295-CFD9F12A2C4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910402" y="3881069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1" name="TextBox 1">
            <a:extLst>
              <a:ext uri="{FF2B5EF4-FFF2-40B4-BE49-F238E27FC236}">
                <a16:creationId xmlns:a16="http://schemas.microsoft.com/office/drawing/2014/main" id="{3E47F12B-2220-421E-8912-7F472CE3FFD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90506" y="4294368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2" name="TextBox 1">
            <a:extLst>
              <a:ext uri="{FF2B5EF4-FFF2-40B4-BE49-F238E27FC236}">
                <a16:creationId xmlns:a16="http://schemas.microsoft.com/office/drawing/2014/main" id="{2382728B-9037-48E1-A572-F9EFD8B731F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910401" y="4706476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3" name="TextBox 1">
            <a:extLst>
              <a:ext uri="{FF2B5EF4-FFF2-40B4-BE49-F238E27FC236}">
                <a16:creationId xmlns:a16="http://schemas.microsoft.com/office/drawing/2014/main" id="{68C3EA5B-ECC9-4067-A260-76C4B31C754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97994" y="1333500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4" name="TextBox 1">
            <a:extLst>
              <a:ext uri="{FF2B5EF4-FFF2-40B4-BE49-F238E27FC236}">
                <a16:creationId xmlns:a16="http://schemas.microsoft.com/office/drawing/2014/main" id="{A8FD509C-A0E4-436A-98A7-06B7685C5BC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97994" y="1764884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5" name="TextBox 1">
            <a:extLst>
              <a:ext uri="{FF2B5EF4-FFF2-40B4-BE49-F238E27FC236}">
                <a16:creationId xmlns:a16="http://schemas.microsoft.com/office/drawing/2014/main" id="{24CF4E02-2D7F-4F1E-B259-CEC728B1555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97994" y="2184081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6" name="TextBox 1">
            <a:extLst>
              <a:ext uri="{FF2B5EF4-FFF2-40B4-BE49-F238E27FC236}">
                <a16:creationId xmlns:a16="http://schemas.microsoft.com/office/drawing/2014/main" id="{7FDA9DED-4891-496E-8625-56D845F2115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97993" y="2603063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7" name="TextBox 1">
            <a:extLst>
              <a:ext uri="{FF2B5EF4-FFF2-40B4-BE49-F238E27FC236}">
                <a16:creationId xmlns:a16="http://schemas.microsoft.com/office/drawing/2014/main" id="{697465F8-565A-48B0-9976-0231BEF5F7E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97992" y="3022219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8" name="TextBox 1">
            <a:extLst>
              <a:ext uri="{FF2B5EF4-FFF2-40B4-BE49-F238E27FC236}">
                <a16:creationId xmlns:a16="http://schemas.microsoft.com/office/drawing/2014/main" id="{CDE8B662-37F1-45BA-A591-81CFF52CB78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30057" y="3461872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9" name="TextBox 1">
            <a:extLst>
              <a:ext uri="{FF2B5EF4-FFF2-40B4-BE49-F238E27FC236}">
                <a16:creationId xmlns:a16="http://schemas.microsoft.com/office/drawing/2014/main" id="{93EBAB4D-3AFB-4C47-A859-C8688D85BCA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97991" y="3895033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0" name="TextBox 1">
            <a:extLst>
              <a:ext uri="{FF2B5EF4-FFF2-40B4-BE49-F238E27FC236}">
                <a16:creationId xmlns:a16="http://schemas.microsoft.com/office/drawing/2014/main" id="{5F105B5B-C396-40BB-BA58-B6947647C26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97991" y="4304588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1" name="TextBox 1">
            <a:extLst>
              <a:ext uri="{FF2B5EF4-FFF2-40B4-BE49-F238E27FC236}">
                <a16:creationId xmlns:a16="http://schemas.microsoft.com/office/drawing/2014/main" id="{079DC976-8000-41DC-BF93-833B0C5D82A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97990" y="471338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2" name="TextBox 1">
            <a:extLst>
              <a:ext uri="{FF2B5EF4-FFF2-40B4-BE49-F238E27FC236}">
                <a16:creationId xmlns:a16="http://schemas.microsoft.com/office/drawing/2014/main" id="{FC3487E7-A15E-48C1-86B7-B2E795F362E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71859" y="1322784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3" name="TextBox 1">
            <a:extLst>
              <a:ext uri="{FF2B5EF4-FFF2-40B4-BE49-F238E27FC236}">
                <a16:creationId xmlns:a16="http://schemas.microsoft.com/office/drawing/2014/main" id="{4507E487-3541-43AB-B6C9-EFE0E9391A3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026992" y="1761807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4" name="TextBox 1">
            <a:extLst>
              <a:ext uri="{FF2B5EF4-FFF2-40B4-BE49-F238E27FC236}">
                <a16:creationId xmlns:a16="http://schemas.microsoft.com/office/drawing/2014/main" id="{379DAC82-A73C-489C-AC89-8F4B3294E5F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021128" y="2176026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5" name="TextBox 1">
            <a:extLst>
              <a:ext uri="{FF2B5EF4-FFF2-40B4-BE49-F238E27FC236}">
                <a16:creationId xmlns:a16="http://schemas.microsoft.com/office/drawing/2014/main" id="{29974F9A-5F69-41F0-BE5D-C8B451DE5E8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021128" y="2615049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6" name="TextBox 1">
            <a:extLst>
              <a:ext uri="{FF2B5EF4-FFF2-40B4-BE49-F238E27FC236}">
                <a16:creationId xmlns:a16="http://schemas.microsoft.com/office/drawing/2014/main" id="{4AFFDE20-FB46-45A8-87AD-069A9ABCAF8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021128" y="3022037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7" name="TextBox 1">
            <a:extLst>
              <a:ext uri="{FF2B5EF4-FFF2-40B4-BE49-F238E27FC236}">
                <a16:creationId xmlns:a16="http://schemas.microsoft.com/office/drawing/2014/main" id="{C91C9617-7AF2-4F3E-A34A-5DBD98550EA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021128" y="3471703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8" name="TextBox 1">
            <a:extLst>
              <a:ext uri="{FF2B5EF4-FFF2-40B4-BE49-F238E27FC236}">
                <a16:creationId xmlns:a16="http://schemas.microsoft.com/office/drawing/2014/main" id="{4A6FDA97-901D-450A-95FA-575EDAD3A36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021128" y="3890806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9" name="TextBox 1">
            <a:extLst>
              <a:ext uri="{FF2B5EF4-FFF2-40B4-BE49-F238E27FC236}">
                <a16:creationId xmlns:a16="http://schemas.microsoft.com/office/drawing/2014/main" id="{88619A29-FF04-4F4C-B0A6-5180820624A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021128" y="4312831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10" name="TextBox 1">
            <a:extLst>
              <a:ext uri="{FF2B5EF4-FFF2-40B4-BE49-F238E27FC236}">
                <a16:creationId xmlns:a16="http://schemas.microsoft.com/office/drawing/2014/main" id="{078B104F-D5CF-41DE-AE8D-4818C64C6BF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021128" y="4741765"/>
            <a:ext cx="121058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900" dirty="0">
                <a:latin typeface="+mn-lt"/>
              </a:rPr>
              <a:t>Name </a:t>
            </a:r>
            <a:r>
              <a:rPr lang="en-US" altLang="en-US" sz="1000" dirty="0">
                <a:latin typeface="+mn-lt"/>
              </a:rPr>
              <a:t>Candidate</a:t>
            </a:r>
          </a:p>
        </p:txBody>
      </p:sp>
    </p:spTree>
    <p:extLst>
      <p:ext uri="{BB962C8B-B14F-4D97-AF65-F5344CB8AC3E}">
        <p14:creationId xmlns:p14="http://schemas.microsoft.com/office/powerpoint/2010/main" val="2918330274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5037</TotalTime>
  <Words>120</Words>
  <Application>Microsoft Office PowerPoint</Application>
  <PresentationFormat>On-screen Show (4:3)</PresentationFormat>
  <Paragraphs>110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1096</cp:revision>
  <dcterms:created xsi:type="dcterms:W3CDTF">2013-08-08T20:48:04Z</dcterms:created>
  <dcterms:modified xsi:type="dcterms:W3CDTF">2023-03-07T17:50:10Z</dcterms:modified>
</cp:coreProperties>
</file>