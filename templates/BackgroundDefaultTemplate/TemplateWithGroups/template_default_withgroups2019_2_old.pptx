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2" r:id="rId1"/>
  </p:sldMasterIdLst>
  <p:notesMasterIdLst>
    <p:notesMasterId r:id="rId3"/>
  </p:notesMasterIdLst>
  <p:handoutMasterIdLst>
    <p:handoutMasterId r:id="rId4"/>
  </p:handoutMasterIdLst>
  <p:sldIdLst>
    <p:sldId id="348" r:id="rId2"/>
  </p:sldIdLst>
  <p:sldSz cx="9144000" cy="6858000" type="screen4x3"/>
  <p:notesSz cx="6858000" cy="9144000"/>
  <p:custDataLst>
    <p:tags r:id="rId5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9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97D"/>
    <a:srgbClr val="004684"/>
    <a:srgbClr val="718DB6"/>
    <a:srgbClr val="0000A4"/>
    <a:srgbClr val="0048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96" autoAdjust="0"/>
    <p:restoredTop sz="94689"/>
  </p:normalViewPr>
  <p:slideViewPr>
    <p:cSldViewPr>
      <p:cViewPr varScale="1">
        <p:scale>
          <a:sx n="108" d="100"/>
          <a:sy n="108" d="100"/>
        </p:scale>
        <p:origin x="1752" y="102"/>
      </p:cViewPr>
      <p:guideLst>
        <p:guide orient="horz" pos="912"/>
        <p:guide pos="2880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3786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A15E3AF-102E-4D19-A182-7F5B6FCB25B1}" type="datetimeFigureOut">
              <a:rPr lang="en-US"/>
              <a:pPr>
                <a:defRPr/>
              </a:pPr>
              <a:t>3/13/2020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ED719942-ED09-4263-941C-FC021E3160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9922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2CD5935-38B4-43D9-A105-A758A60B4D7A}" type="datetimeFigureOut">
              <a:rPr lang="en-US"/>
              <a:pPr>
                <a:defRPr/>
              </a:pPr>
              <a:t>3/13/2020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D5DC445-C859-43E9-9105-DBF80A30F3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4018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4454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200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16DE2646-67C1-6A4E-8C28-3600E28FD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978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13809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55B21F32-C206-0547-8188-157B6785D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978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41511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062038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85950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062038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85950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4B6F7EF7-732E-D443-BA98-28D438535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978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50211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BC608CF1-5BF5-A746-9ED4-D68CBD8FB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978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37886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862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95510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75870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080C8C4D-5A5B-1C4D-800F-233993C70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978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27060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233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5421" y="613050"/>
            <a:ext cx="8873159" cy="54001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6DDA8DA-BE26-1E42-BCCE-A0D92CC182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192"/>
          <a:stretch/>
        </p:blipFill>
        <p:spPr>
          <a:xfrm>
            <a:off x="0" y="0"/>
            <a:ext cx="9144000" cy="508000"/>
          </a:xfrm>
          <a:prstGeom prst="rect">
            <a:avLst/>
          </a:prstGeom>
        </p:spPr>
      </p:pic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21D49927-8495-C842-8278-F10BC2B05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978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6A6E506-C9BE-DD40-9C04-0A6DD2FEAE84}"/>
              </a:ext>
            </a:extLst>
          </p:cNvPr>
          <p:cNvSpPr/>
          <p:nvPr userDrawn="1"/>
        </p:nvSpPr>
        <p:spPr>
          <a:xfrm>
            <a:off x="8731078" y="6316980"/>
            <a:ext cx="304800" cy="304800"/>
          </a:xfrm>
          <a:prstGeom prst="ellipse">
            <a:avLst/>
          </a:prstGeom>
          <a:solidFill>
            <a:srgbClr val="2B317E"/>
          </a:solidFill>
          <a:ln w="95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18" name="TextBox 12">
            <a:extLst>
              <a:ext uri="{FF2B5EF4-FFF2-40B4-BE49-F238E27FC236}">
                <a16:creationId xmlns:a16="http://schemas.microsoft.com/office/drawing/2014/main" id="{A0B8733C-F39A-CC4A-ACA7-AE5DDA2A27B3}"/>
              </a:ext>
            </a:extLst>
          </p:cNvPr>
          <p:cNvSpPr txBox="1"/>
          <p:nvPr userDrawn="1"/>
        </p:nvSpPr>
        <p:spPr>
          <a:xfrm>
            <a:off x="6568440" y="6355080"/>
            <a:ext cx="21392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rgbClr val="002060"/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rgbClr val="002060"/>
                </a:solidFill>
                <a:latin typeface="+mj-lt"/>
              </a:rPr>
              <a:t> &amp; CONFIDENTIAL</a:t>
            </a:r>
            <a:endParaRPr lang="en-US" sz="1200" dirty="0">
              <a:solidFill>
                <a:srgbClr val="002060"/>
              </a:solidFill>
              <a:latin typeface="+mj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E684AE-3113-824C-9927-278F9974AD67}"/>
              </a:ext>
            </a:extLst>
          </p:cNvPr>
          <p:cNvSpPr txBox="1"/>
          <p:nvPr userDrawn="1"/>
        </p:nvSpPr>
        <p:spPr>
          <a:xfrm>
            <a:off x="8705472" y="6330886"/>
            <a:ext cx="3674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364B33D-2A9C-4398-A227-C3E0D41962E9}" type="slidenum">
              <a:rPr lang="en-US" sz="1200" smtClean="0">
                <a:solidFill>
                  <a:schemeClr val="bg1"/>
                </a:solidFill>
              </a:rPr>
              <a:pPr algn="ctr"/>
              <a:t>‹#›</a:t>
            </a:fld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26767E-4934-F54F-8905-ECB7B37428C1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01" y="6136639"/>
            <a:ext cx="880358" cy="632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855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</p:sldLayoutIdLst>
  <p:txStyles>
    <p:titleStyle>
      <a:lvl1pPr marL="119063" indent="0" algn="l" defTabSz="914400" rtl="0" eaLnBrk="1" latinLnBrk="0" hangingPunct="1">
        <a:lnSpc>
          <a:spcPct val="90000"/>
        </a:lnSpc>
        <a:spcBef>
          <a:spcPct val="0"/>
        </a:spcBef>
        <a:buNone/>
        <a:tabLst/>
        <a:defRPr sz="2000" kern="120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6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0850" y="4572000"/>
            <a:ext cx="4089400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[New Names]</a:t>
            </a:r>
          </a:p>
        </p:txBody>
      </p:sp>
      <p:sp>
        <p:nvSpPr>
          <p:cNvPr id="4099" name="TextBox 24"/>
          <p:cNvSpPr txBox="1">
            <a:spLocks noChangeArrowheads="1"/>
          </p:cNvSpPr>
          <p:nvPr/>
        </p:nvSpPr>
        <p:spPr bwMode="auto">
          <a:xfrm>
            <a:off x="2309813" y="5486400"/>
            <a:ext cx="8080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1600"/>
              <a:t>Neutral</a:t>
            </a:r>
          </a:p>
        </p:txBody>
      </p:sp>
      <p:sp>
        <p:nvSpPr>
          <p:cNvPr id="4100" name="TextBox 25"/>
          <p:cNvSpPr txBox="1">
            <a:spLocks noChangeArrowheads="1"/>
          </p:cNvSpPr>
          <p:nvPr/>
        </p:nvSpPr>
        <p:spPr bwMode="auto">
          <a:xfrm>
            <a:off x="7696200" y="5503863"/>
            <a:ext cx="9175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1600"/>
              <a:t>Negative</a:t>
            </a:r>
          </a:p>
        </p:txBody>
      </p:sp>
      <p:sp>
        <p:nvSpPr>
          <p:cNvPr id="4101" name="Oval 33"/>
          <p:cNvSpPr>
            <a:spLocks noChangeArrowheads="1"/>
          </p:cNvSpPr>
          <p:nvPr/>
        </p:nvSpPr>
        <p:spPr bwMode="auto">
          <a:xfrm>
            <a:off x="2171700" y="55784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4102" name="Oval 34"/>
          <p:cNvSpPr>
            <a:spLocks noChangeArrowheads="1"/>
          </p:cNvSpPr>
          <p:nvPr/>
        </p:nvSpPr>
        <p:spPr bwMode="auto">
          <a:xfrm>
            <a:off x="7569200" y="5580063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4103" name="TextBox 1"/>
          <p:cNvSpPr txBox="1">
            <a:spLocks noChangeArrowheads="1"/>
          </p:cNvSpPr>
          <p:nvPr/>
        </p:nvSpPr>
        <p:spPr bwMode="auto">
          <a:xfrm>
            <a:off x="152400" y="528006"/>
            <a:ext cx="855568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2000" dirty="0">
                <a:solidFill>
                  <a:srgbClr val="000080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Category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572000"/>
            <a:ext cx="3941763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[Comments]</a:t>
            </a:r>
          </a:p>
        </p:txBody>
      </p:sp>
      <p:sp>
        <p:nvSpPr>
          <p:cNvPr id="24" name="TextBox 3"/>
          <p:cNvSpPr txBox="1">
            <a:spLocks noChangeArrowheads="1"/>
          </p:cNvSpPr>
          <p:nvPr/>
        </p:nvSpPr>
        <p:spPr bwMode="auto">
          <a:xfrm>
            <a:off x="643148" y="1186776"/>
            <a:ext cx="8204635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  <a:p>
            <a:pPr eaLnBrk="1" hangingPunct="1">
              <a:defRPr/>
            </a:pPr>
            <a:endParaRPr lang="en-US" altLang="en-US" sz="2400" dirty="0"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106" name="TextBox 24"/>
          <p:cNvSpPr txBox="1">
            <a:spLocks noChangeArrowheads="1"/>
          </p:cNvSpPr>
          <p:nvPr/>
        </p:nvSpPr>
        <p:spPr bwMode="auto">
          <a:xfrm>
            <a:off x="642938" y="5486400"/>
            <a:ext cx="8318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1600" dirty="0"/>
              <a:t>Positive</a:t>
            </a:r>
          </a:p>
        </p:txBody>
      </p:sp>
      <p:sp>
        <p:nvSpPr>
          <p:cNvPr id="4107" name="Oval 33"/>
          <p:cNvSpPr>
            <a:spLocks noChangeArrowheads="1"/>
          </p:cNvSpPr>
          <p:nvPr/>
        </p:nvSpPr>
        <p:spPr bwMode="auto">
          <a:xfrm>
            <a:off x="504825" y="55784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endParaRPr lang="en-US" altLang="en-US" sz="120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85279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23427d8a725826adad8c81745327cd03b527b30"/>
  <p:tag name="ISPRING_RESOURCE_PATHS_HASH_PRESENTER" val="a879f9ffcf2a1890cedd1b0be567bf5b33ce22c"/>
</p:tagLst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BI-THEME</Template>
  <TotalTime>4798</TotalTime>
  <Words>15</Words>
  <Application>Microsoft Office PowerPoint</Application>
  <PresentationFormat>On-screen Show (4:3)</PresentationFormat>
  <Paragraphs>29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Arial Narrow</vt:lpstr>
      <vt:lpstr>Calibri</vt:lpstr>
      <vt:lpstr>Calibri Light</vt:lpstr>
      <vt:lpstr>Courier New</vt:lpstr>
      <vt:lpstr>Verdana</vt:lpstr>
      <vt:lpstr>Wingdings</vt:lpstr>
      <vt:lpstr>1_Office Theme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pboothkur</dc:creator>
  <cp:lastModifiedBy>Lokesh N. Venkateswarlu</cp:lastModifiedBy>
  <cp:revision>1088</cp:revision>
  <dcterms:created xsi:type="dcterms:W3CDTF">2013-08-08T20:48:04Z</dcterms:created>
  <dcterms:modified xsi:type="dcterms:W3CDTF">2020-03-13T15:10:15Z</dcterms:modified>
</cp:coreProperties>
</file>