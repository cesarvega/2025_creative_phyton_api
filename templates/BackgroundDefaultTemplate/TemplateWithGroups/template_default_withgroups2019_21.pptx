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4" d="100"/>
          <a:sy n="54" d="100"/>
        </p:scale>
        <p:origin x="122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66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90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29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596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872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4877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7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40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8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035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0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91" y="200714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5626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843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11197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543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54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7883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94525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348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4908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69" y="16771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610DF42-124F-43CA-BAAD-6CBFC1447D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0391" y="210479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4879</TotalTime>
  <Words>82</Words>
  <Application>Microsoft Office PowerPoint</Application>
  <PresentationFormat>On-screen Show (4:3)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1099</cp:revision>
  <dcterms:created xsi:type="dcterms:W3CDTF">2013-08-08T20:48:04Z</dcterms:created>
  <dcterms:modified xsi:type="dcterms:W3CDTF">2023-03-07T15:31:59Z</dcterms:modified>
</cp:coreProperties>
</file>