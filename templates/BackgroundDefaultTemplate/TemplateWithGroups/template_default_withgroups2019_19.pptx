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4" d="100"/>
          <a:sy n="54" d="100"/>
        </p:scale>
        <p:origin x="122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225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69482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749697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95329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03353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1348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8341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961523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5672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75950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49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150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7324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808663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91" y="114570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algn="ctr"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150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807075"/>
            <a:ext cx="152400" cy="1524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4364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607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10335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2800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2946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3278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9452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68719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5626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843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11197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543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54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7883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94525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2652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3483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0" y="1162050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20442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49085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024333" y="1677136"/>
            <a:ext cx="18473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endParaRPr lang="en-US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4880</TotalTime>
  <Words>78</Words>
  <Application>Microsoft Office PowerPoint</Application>
  <PresentationFormat>On-screen Show (4:3)</PresentationFormat>
  <Paragraphs>82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1101</cp:revision>
  <dcterms:created xsi:type="dcterms:W3CDTF">2013-08-08T20:48:04Z</dcterms:created>
  <dcterms:modified xsi:type="dcterms:W3CDTF">2023-03-07T15:29:06Z</dcterms:modified>
</cp:coreProperties>
</file>