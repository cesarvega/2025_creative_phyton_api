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27" autoAdjust="0"/>
    <p:restoredTop sz="94689"/>
  </p:normalViewPr>
  <p:slideViewPr>
    <p:cSldViewPr>
      <p:cViewPr varScale="1">
        <p:scale>
          <a:sx n="58" d="100"/>
          <a:sy n="58" d="100"/>
        </p:scale>
        <p:origin x="154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316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632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73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029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034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736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55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75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0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396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85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4958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09813" y="55626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6200" y="55800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6546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6562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0" y="227016"/>
            <a:ext cx="8555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D3D7C"/>
                </a:solidFill>
                <a:latin typeface="+mn-lt"/>
                <a:ea typeface="Verdana" panose="020B0604030504040204" pitchFamily="34" charset="0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4958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6128" y="104994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5626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6546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F02119C6-A447-4827-AE3D-FCCAF4A0391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66195" y="1585712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latin typeface="+mn-lt"/>
              </a:rPr>
              <a:t>Name Candidate</a:t>
            </a: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2E17AF89-33CA-44E0-8B1D-8CC008A69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871" y="1003114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025E01BC-EBF9-4768-834B-64B88537B21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66195" y="224264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latin typeface="+mn-lt"/>
              </a:rPr>
              <a:t>Name Candidate</a:t>
            </a:r>
          </a:p>
        </p:txBody>
      </p:sp>
      <p:sp>
        <p:nvSpPr>
          <p:cNvPr id="29" name="TextBox 1">
            <a:extLst>
              <a:ext uri="{FF2B5EF4-FFF2-40B4-BE49-F238E27FC236}">
                <a16:creationId xmlns:a16="http://schemas.microsoft.com/office/drawing/2014/main" id="{2AE3D178-7222-4A59-84B0-826AFC837F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1769" y="2943981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4815</TotalTime>
  <Words>26</Words>
  <Application>Microsoft Office PowerPoint</Application>
  <PresentationFormat>On-screen Show (4:3)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1095</cp:revision>
  <dcterms:created xsi:type="dcterms:W3CDTF">2013-08-08T20:48:04Z</dcterms:created>
  <dcterms:modified xsi:type="dcterms:W3CDTF">2023-03-06T21:42:38Z</dcterms:modified>
</cp:coreProperties>
</file>