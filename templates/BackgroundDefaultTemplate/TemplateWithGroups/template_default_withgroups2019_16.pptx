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26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2582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140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1672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943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783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35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75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614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9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054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1" y="114803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054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03004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5766" y="249383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9292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3760" y="336635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89844" y="3794525"/>
            <a:ext cx="21868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 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5626" y="734987"/>
            <a:ext cx="1795252" cy="4692675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4886</TotalTime>
  <Words>63</Words>
  <Application>Microsoft Office PowerPoint</Application>
  <PresentationFormat>On-screen Show (4:3)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1095</cp:revision>
  <dcterms:created xsi:type="dcterms:W3CDTF">2013-08-08T20:48:04Z</dcterms:created>
  <dcterms:modified xsi:type="dcterms:W3CDTF">2023-03-06T22:26:21Z</dcterms:modified>
</cp:coreProperties>
</file>