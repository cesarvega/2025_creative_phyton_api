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13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50213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3057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6421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4468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3406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4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751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123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40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34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912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086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848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" y="130101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912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DB1B61A5-C1B1-439F-9C4D-57D52DD58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90" y="1170222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9C7CFAA9-BDF1-426B-939F-D42D9DA21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920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70E27634-BB73-4E6F-9E42-B4EFC65C8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81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9F4360EE-93A2-4E1D-A8FD-A20D21154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391" y="119181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TextBox 1">
            <a:extLst>
              <a:ext uri="{FF2B5EF4-FFF2-40B4-BE49-F238E27FC236}">
                <a16:creationId xmlns:a16="http://schemas.microsoft.com/office/drawing/2014/main" id="{7221DC13-C9D5-47FD-88ED-5324F25A72B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5" y="134217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7" name="TextBox 1">
            <a:extLst>
              <a:ext uri="{FF2B5EF4-FFF2-40B4-BE49-F238E27FC236}">
                <a16:creationId xmlns:a16="http://schemas.microsoft.com/office/drawing/2014/main" id="{C2464421-747A-4330-A4ED-C14034036B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6" y="174214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8" name="TextBox 1">
            <a:extLst>
              <a:ext uri="{FF2B5EF4-FFF2-40B4-BE49-F238E27FC236}">
                <a16:creationId xmlns:a16="http://schemas.microsoft.com/office/drawing/2014/main" id="{305BB113-E493-44DC-B056-73382E6E89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4306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9" name="TextBox 1">
            <a:extLst>
              <a:ext uri="{FF2B5EF4-FFF2-40B4-BE49-F238E27FC236}">
                <a16:creationId xmlns:a16="http://schemas.microsoft.com/office/drawing/2014/main" id="{75A5478C-4287-4057-95C9-4B5BCB9C5E1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0545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0" name="TextBox 1">
            <a:extLst>
              <a:ext uri="{FF2B5EF4-FFF2-40B4-BE49-F238E27FC236}">
                <a16:creationId xmlns:a16="http://schemas.microsoft.com/office/drawing/2014/main" id="{CC40B443-D2C6-4C48-AD12-DE4ACF7DCC6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00108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1" name="TextBox 1">
            <a:extLst>
              <a:ext uri="{FF2B5EF4-FFF2-40B4-BE49-F238E27FC236}">
                <a16:creationId xmlns:a16="http://schemas.microsoft.com/office/drawing/2014/main" id="{0B9D6E6A-1368-4F50-B976-692588DF8A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43662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2" name="TextBox 1">
            <a:extLst>
              <a:ext uri="{FF2B5EF4-FFF2-40B4-BE49-F238E27FC236}">
                <a16:creationId xmlns:a16="http://schemas.microsoft.com/office/drawing/2014/main" id="{EFDA10A4-DEB0-499F-BEA3-82A8C3C03A5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7831" y="384464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2" name="TextBox 1">
            <a:extLst>
              <a:ext uri="{FF2B5EF4-FFF2-40B4-BE49-F238E27FC236}">
                <a16:creationId xmlns:a16="http://schemas.microsoft.com/office/drawing/2014/main" id="{CDCEA13C-2423-4D95-BC2C-141E2A6CADC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02951" y="42918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3" name="TextBox 1">
            <a:extLst>
              <a:ext uri="{FF2B5EF4-FFF2-40B4-BE49-F238E27FC236}">
                <a16:creationId xmlns:a16="http://schemas.microsoft.com/office/drawing/2014/main" id="{2D80ACA9-D11A-4B01-A9EF-64701F2D9D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240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4" name="TextBox 1">
            <a:extLst>
              <a:ext uri="{FF2B5EF4-FFF2-40B4-BE49-F238E27FC236}">
                <a16:creationId xmlns:a16="http://schemas.microsoft.com/office/drawing/2014/main" id="{D1D85867-5D90-4B35-B8D3-1203820B77A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9981" y="13433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5" name="TextBox 1">
            <a:extLst>
              <a:ext uri="{FF2B5EF4-FFF2-40B4-BE49-F238E27FC236}">
                <a16:creationId xmlns:a16="http://schemas.microsoft.com/office/drawing/2014/main" id="{9631130C-6998-44E8-A3D9-F20F8D20B1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17648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488AFCD3-3DF4-484B-AC58-76ECA0E818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7" name="TextBox 1">
            <a:extLst>
              <a:ext uri="{FF2B5EF4-FFF2-40B4-BE49-F238E27FC236}">
                <a16:creationId xmlns:a16="http://schemas.microsoft.com/office/drawing/2014/main" id="{AAF27EA3-1C1D-49F6-8B48-F2376E0A52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1" y="260421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8" name="TextBox 1">
            <a:extLst>
              <a:ext uri="{FF2B5EF4-FFF2-40B4-BE49-F238E27FC236}">
                <a16:creationId xmlns:a16="http://schemas.microsoft.com/office/drawing/2014/main" id="{B7F38AA2-7CB5-4E9E-8241-8C5F1A3305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0" y="300948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9" name="TextBox 1">
            <a:extLst>
              <a:ext uri="{FF2B5EF4-FFF2-40B4-BE49-F238E27FC236}">
                <a16:creationId xmlns:a16="http://schemas.microsoft.com/office/drawing/2014/main" id="{77649B76-BCC7-4689-837E-4FB80D257F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0" name="TextBox 1">
            <a:extLst>
              <a:ext uri="{FF2B5EF4-FFF2-40B4-BE49-F238E27FC236}">
                <a16:creationId xmlns:a16="http://schemas.microsoft.com/office/drawing/2014/main" id="{4075B9D0-7E12-4EEF-B295-CFD9F12A2C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88106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1" name="TextBox 1">
            <a:extLst>
              <a:ext uri="{FF2B5EF4-FFF2-40B4-BE49-F238E27FC236}">
                <a16:creationId xmlns:a16="http://schemas.microsoft.com/office/drawing/2014/main" id="{3E47F12B-2220-421E-8912-7F472CE3FF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35203" y="429436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2" name="TextBox 1">
            <a:extLst>
              <a:ext uri="{FF2B5EF4-FFF2-40B4-BE49-F238E27FC236}">
                <a16:creationId xmlns:a16="http://schemas.microsoft.com/office/drawing/2014/main" id="{2382728B-9037-48E1-A572-F9EFD8B731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8" y="470647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3" name="TextBox 1">
            <a:extLst>
              <a:ext uri="{FF2B5EF4-FFF2-40B4-BE49-F238E27FC236}">
                <a16:creationId xmlns:a16="http://schemas.microsoft.com/office/drawing/2014/main" id="{68C3EA5B-ECC9-4067-A260-76C4B31C75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33350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4" name="TextBox 1">
            <a:extLst>
              <a:ext uri="{FF2B5EF4-FFF2-40B4-BE49-F238E27FC236}">
                <a16:creationId xmlns:a16="http://schemas.microsoft.com/office/drawing/2014/main" id="{A8FD509C-A0E4-436A-98A7-06B7685C5BC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7648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5" name="TextBox 1">
            <a:extLst>
              <a:ext uri="{FF2B5EF4-FFF2-40B4-BE49-F238E27FC236}">
                <a16:creationId xmlns:a16="http://schemas.microsoft.com/office/drawing/2014/main" id="{24CF4E02-2D7F-4F1E-B259-CEC728B155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218408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6" name="TextBox 1">
            <a:extLst>
              <a:ext uri="{FF2B5EF4-FFF2-40B4-BE49-F238E27FC236}">
                <a16:creationId xmlns:a16="http://schemas.microsoft.com/office/drawing/2014/main" id="{7FDA9DED-4891-496E-8625-56D845F21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0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7" name="TextBox 1">
            <a:extLst>
              <a:ext uri="{FF2B5EF4-FFF2-40B4-BE49-F238E27FC236}">
                <a16:creationId xmlns:a16="http://schemas.microsoft.com/office/drawing/2014/main" id="{697465F8-565A-48B0-9976-0231BEF5F7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9" y="302221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8" name="TextBox 1">
            <a:extLst>
              <a:ext uri="{FF2B5EF4-FFF2-40B4-BE49-F238E27FC236}">
                <a16:creationId xmlns:a16="http://schemas.microsoft.com/office/drawing/2014/main" id="{CDE8B662-37F1-45BA-A591-81CFF52CB7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74754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9" name="TextBox 1">
            <a:extLst>
              <a:ext uri="{FF2B5EF4-FFF2-40B4-BE49-F238E27FC236}">
                <a16:creationId xmlns:a16="http://schemas.microsoft.com/office/drawing/2014/main" id="{93EBAB4D-3AFB-4C47-A859-C8688D85BC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389503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F105B5B-C396-40BB-BA58-B6947647C2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430458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1" name="TextBox 1">
            <a:extLst>
              <a:ext uri="{FF2B5EF4-FFF2-40B4-BE49-F238E27FC236}">
                <a16:creationId xmlns:a16="http://schemas.microsoft.com/office/drawing/2014/main" id="{079DC976-8000-41DC-BF93-833B0C5D82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2" name="TextBox 1">
            <a:extLst>
              <a:ext uri="{FF2B5EF4-FFF2-40B4-BE49-F238E27FC236}">
                <a16:creationId xmlns:a16="http://schemas.microsoft.com/office/drawing/2014/main" id="{FC3487E7-A15E-48C1-86B7-B2E795F362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859" y="13227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3" name="TextBox 1">
            <a:extLst>
              <a:ext uri="{FF2B5EF4-FFF2-40B4-BE49-F238E27FC236}">
                <a16:creationId xmlns:a16="http://schemas.microsoft.com/office/drawing/2014/main" id="{4507E487-3541-43AB-B6C9-EFE0E9391A3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689" y="176180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4" name="TextBox 1">
            <a:extLst>
              <a:ext uri="{FF2B5EF4-FFF2-40B4-BE49-F238E27FC236}">
                <a16:creationId xmlns:a16="http://schemas.microsoft.com/office/drawing/2014/main" id="{379DAC82-A73C-489C-AC89-8F4B3294E5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217602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5" name="TextBox 1">
            <a:extLst>
              <a:ext uri="{FF2B5EF4-FFF2-40B4-BE49-F238E27FC236}">
                <a16:creationId xmlns:a16="http://schemas.microsoft.com/office/drawing/2014/main" id="{29974F9A-5F69-41F0-BE5D-C8B451DE5E8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261504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6" name="TextBox 1">
            <a:extLst>
              <a:ext uri="{FF2B5EF4-FFF2-40B4-BE49-F238E27FC236}">
                <a16:creationId xmlns:a16="http://schemas.microsoft.com/office/drawing/2014/main" id="{4AFFDE20-FB46-45A8-87AD-069A9ABCAF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302203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5000</TotalTime>
  <Words>112</Words>
  <Application>Microsoft Office PowerPoint</Application>
  <PresentationFormat>On-screen Show (4:3)</PresentationFormat>
  <Paragraphs>106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1098</cp:revision>
  <dcterms:created xsi:type="dcterms:W3CDTF">2013-08-08T20:48:04Z</dcterms:created>
  <dcterms:modified xsi:type="dcterms:W3CDTF">2023-03-07T17:57:54Z</dcterms:modified>
</cp:coreProperties>
</file>