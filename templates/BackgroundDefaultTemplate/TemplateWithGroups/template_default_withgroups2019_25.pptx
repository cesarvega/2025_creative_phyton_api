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5" r:id="rId1"/>
  </p:sldMasterIdLst>
  <p:notesMasterIdLst>
    <p:notesMasterId r:id="rId3"/>
  </p:notesMasterIdLst>
  <p:handoutMasterIdLst>
    <p:handoutMasterId r:id="rId4"/>
  </p:handoutMasterIdLst>
  <p:sldIdLst>
    <p:sldId id="438" r:id="rId2"/>
  </p:sldIdLst>
  <p:sldSz cx="9144000" cy="6858000" type="screen4x3"/>
  <p:notesSz cx="6858000" cy="9144000"/>
  <p:custDataLst>
    <p:tags r:id="rId5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912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F497D"/>
    <a:srgbClr val="004684"/>
    <a:srgbClr val="718DB6"/>
    <a:srgbClr val="0000A4"/>
    <a:srgbClr val="00487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14796" autoAdjust="0"/>
    <p:restoredTop sz="94689"/>
  </p:normalViewPr>
  <p:slideViewPr>
    <p:cSldViewPr>
      <p:cViewPr varScale="1">
        <p:scale>
          <a:sx n="59" d="100"/>
          <a:sy n="59" d="100"/>
        </p:scale>
        <p:origin x="1084" y="56"/>
      </p:cViewPr>
      <p:guideLst>
        <p:guide orient="horz" pos="912"/>
        <p:guide pos="2880"/>
      </p:guideLst>
    </p:cSldViewPr>
  </p:slideViewPr>
  <p:notesTextViewPr>
    <p:cViewPr>
      <p:scale>
        <a:sx n="66" d="100"/>
        <a:sy n="66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86" d="100"/>
          <a:sy n="86" d="100"/>
        </p:scale>
        <p:origin x="3786" y="7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tags" Target="tags/tag1.xml"/><Relationship Id="rId4" Type="http://schemas.openxmlformats.org/officeDocument/2006/relationships/handoutMaster" Target="handoutMasters/handout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4A15E3AF-102E-4D19-A182-7F5B6FCB25B1}" type="datetimeFigureOut">
              <a:rPr lang="en-US"/>
              <a:pPr>
                <a:defRPr/>
              </a:pPr>
              <a:t>3/7/2023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ED719942-ED09-4263-941C-FC021E31605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299224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82CD5935-38B4-43D9-A105-A758A60B4D7A}" type="datetimeFigureOut">
              <a:rPr lang="en-US"/>
              <a:pPr>
                <a:defRPr/>
              </a:pPr>
              <a:t>3/7/2023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6D5DC445-C859-43E9-9105-DBF80A30F38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240180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0E33678E-6B84-4F06-A10E-CB50C74804E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1A7028A0-5D20-4B22-B973-9F4D51FCD80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949267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tiff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0D71131-4ECE-B942-A0DC-054D437E9B0B}"/>
              </a:ext>
            </a:extLst>
          </p:cNvPr>
          <p:cNvCxnSpPr>
            <a:cxnSpLocks/>
          </p:cNvCxnSpPr>
          <p:nvPr userDrawn="1"/>
        </p:nvCxnSpPr>
        <p:spPr>
          <a:xfrm>
            <a:off x="0" y="4506513"/>
            <a:ext cx="9144000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2499DF1A-D378-D447-AB56-FD56CAB3E3C4}"/>
              </a:ext>
            </a:extLst>
          </p:cNvPr>
          <p:cNvSpPr txBox="1"/>
          <p:nvPr userDrawn="1"/>
        </p:nvSpPr>
        <p:spPr>
          <a:xfrm>
            <a:off x="3502381" y="4364057"/>
            <a:ext cx="2139239" cy="276999"/>
          </a:xfrm>
          <a:prstGeom prst="rect">
            <a:avLst/>
          </a:prstGeom>
          <a:solidFill>
            <a:srgbClr val="FFFFFF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PROPRIETARY</a:t>
            </a:r>
            <a:r>
              <a:rPr lang="en-US" sz="1200" baseline="0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 &amp; CONFIDENTIAL</a:t>
            </a: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  <a:latin typeface="+mj-lt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69E4BC1-3F05-094B-89FD-0579DDBF09D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6700" y="340862"/>
            <a:ext cx="1453243" cy="104427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023C985-F009-6846-B96F-8FBD324A3B5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62674" y="383572"/>
            <a:ext cx="1829866" cy="95885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30BED47-47C4-D00E-C305-0BF97A75DE9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1" y="1862381"/>
            <a:ext cx="7504044" cy="2384641"/>
          </a:xfrm>
          <a:prstGeom prst="rect">
            <a:avLst/>
          </a:prstGeom>
        </p:spPr>
      </p:pic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07FAE7CB-3DE8-8342-AE7F-02471C7468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690" y="2260355"/>
            <a:ext cx="5764450" cy="161887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840ECDF-4C80-1A15-A8C1-621F199A339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0400" y="1726323"/>
            <a:ext cx="3372748" cy="3067426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816484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30417"/>
            <a:ext cx="7772400" cy="1979546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2515117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/>
            </a:lvl1pPr>
            <a:lvl2pPr marL="685800" indent="-228600">
              <a:buFont typeface="Courier New" panose="02070309020205020404" pitchFamily="49" charset="0"/>
              <a:buChar char="o"/>
              <a:defRPr/>
            </a:lvl2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457457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3D7CC22-D37D-4592-8D37-77FED04B97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4108" y="1110753"/>
            <a:ext cx="8757012" cy="4744836"/>
          </a:xfr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/>
            </a:lvl1pPr>
            <a:lvl2pPr marL="685800" indent="-228600">
              <a:buFont typeface="Courier New" panose="02070309020205020404" pitchFamily="49" charset="0"/>
              <a:buChar char="o"/>
              <a:defRPr/>
            </a:lvl2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B0E9D1-7040-5591-67C1-AFD5B0503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10043"/>
            <a:ext cx="9144000" cy="78216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118965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36A39-38B9-4652-A846-D70DB2A51B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10043"/>
            <a:ext cx="9144000" cy="78216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0950209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B0E9D1-7040-5591-67C1-AFD5B0503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20203"/>
            <a:ext cx="9144000" cy="78216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8238CB3-9E3E-9B99-A76A-AE2A35EA0B51}"/>
              </a:ext>
            </a:extLst>
          </p:cNvPr>
          <p:cNvSpPr/>
          <p:nvPr userDrawn="1"/>
        </p:nvSpPr>
        <p:spPr>
          <a:xfrm>
            <a:off x="0" y="5854148"/>
            <a:ext cx="9144000" cy="10038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3D7CC22-D37D-4592-8D37-77FED04B97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4108" y="1222513"/>
            <a:ext cx="8757012" cy="4744836"/>
          </a:xfr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/>
            </a:lvl1pPr>
            <a:lvl2pPr marL="685800" indent="-228600">
              <a:buFont typeface="Courier New" panose="02070309020205020404" pitchFamily="49" charset="0"/>
              <a:buChar char="o"/>
              <a:defRPr/>
            </a:lvl2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047741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DF08E89-E03A-325B-25A6-DB62B0631E59}"/>
              </a:ext>
            </a:extLst>
          </p:cNvPr>
          <p:cNvSpPr/>
          <p:nvPr userDrawn="1"/>
        </p:nvSpPr>
        <p:spPr>
          <a:xfrm>
            <a:off x="0" y="5854148"/>
            <a:ext cx="9144000" cy="10038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27932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40237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516837"/>
            <a:ext cx="7886700" cy="1004889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84999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AA0802D-63C1-4FCC-8AA5-7FD15DC176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9144000" cy="827772"/>
          </a:xfrm>
          <a:prstGeom prst="rect">
            <a:avLst/>
          </a:prstGeom>
        </p:spPr>
        <p:txBody>
          <a:bodyPr vert="horz" lIns="27432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97581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Placeholder 1">
            <a:extLst>
              <a:ext uri="{FF2B5EF4-FFF2-40B4-BE49-F238E27FC236}">
                <a16:creationId xmlns:a16="http://schemas.microsoft.com/office/drawing/2014/main" id="{532FCAEA-B4CE-4571-9F06-1A63F756D6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10043"/>
            <a:ext cx="9144000" cy="782166"/>
          </a:xfrm>
          <a:prstGeom prst="rect">
            <a:avLst/>
          </a:prstGeom>
        </p:spPr>
        <p:txBody>
          <a:bodyPr vert="horz" lIns="27432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73C1914A-7211-4CB1-BB7C-3AF6FCCB61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04108" y="1127760"/>
            <a:ext cx="8757012" cy="4849527"/>
          </a:xfrm>
          <a:prstGeom prst="rect">
            <a:avLst/>
          </a:prstGeom>
          <a:noFill/>
          <a:effectLst>
            <a:softEdge rad="38100"/>
          </a:effectLst>
        </p:spPr>
        <p:txBody>
          <a:bodyPr vert="horz" lIns="182880" tIns="182880" rIns="18288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21B545F3-0827-4A51-B162-0E701A9E903D}"/>
              </a:ext>
            </a:extLst>
          </p:cNvPr>
          <p:cNvPicPr>
            <a:picLocks noChangeAspect="1"/>
          </p:cNvPicPr>
          <p:nvPr userDrawn="1"/>
        </p:nvPicPr>
        <p:blipFill>
          <a:blip r:embed="rId1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4108" y="6064198"/>
            <a:ext cx="883548" cy="634899"/>
          </a:xfrm>
          <a:prstGeom prst="rect">
            <a:avLst/>
          </a:prstGeom>
        </p:spPr>
      </p:pic>
      <p:sp>
        <p:nvSpPr>
          <p:cNvPr id="26" name="TextBox 12">
            <a:extLst>
              <a:ext uri="{FF2B5EF4-FFF2-40B4-BE49-F238E27FC236}">
                <a16:creationId xmlns:a16="http://schemas.microsoft.com/office/drawing/2014/main" id="{A147E1CD-8774-483C-AB12-43438CB00E89}"/>
              </a:ext>
            </a:extLst>
          </p:cNvPr>
          <p:cNvSpPr txBox="1"/>
          <p:nvPr userDrawn="1"/>
        </p:nvSpPr>
        <p:spPr>
          <a:xfrm>
            <a:off x="6869340" y="6314442"/>
            <a:ext cx="21392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>
                <a:solidFill>
                  <a:schemeClr val="bg1">
                    <a:lumMod val="75000"/>
                  </a:schemeClr>
                </a:solidFill>
                <a:latin typeface="+mj-lt"/>
              </a:rPr>
              <a:t>PROPRIETARY</a:t>
            </a:r>
            <a:r>
              <a:rPr lang="en-US" sz="1200" baseline="0" dirty="0">
                <a:solidFill>
                  <a:schemeClr val="bg1">
                    <a:lumMod val="75000"/>
                  </a:schemeClr>
                </a:solidFill>
                <a:latin typeface="+mj-lt"/>
              </a:rPr>
              <a:t> &amp; CONFIDENTIAL</a:t>
            </a:r>
            <a:endParaRPr lang="en-US" sz="1200" dirty="0">
              <a:solidFill>
                <a:schemeClr val="bg1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34C86A1-3A64-4DB2-8BE6-AF0A311D45A1}"/>
              </a:ext>
            </a:extLst>
          </p:cNvPr>
          <p:cNvSpPr txBox="1"/>
          <p:nvPr userDrawn="1"/>
        </p:nvSpPr>
        <p:spPr>
          <a:xfrm>
            <a:off x="8627294" y="132569"/>
            <a:ext cx="4765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364B33D-2A9C-4398-A227-C3E0D41962E9}" type="slidenum">
              <a:rPr lang="en-US" sz="1400" smtClean="0">
                <a:solidFill>
                  <a:schemeClr val="bg1"/>
                </a:solidFill>
              </a:rPr>
              <a:pPr algn="ctr"/>
              <a:t>‹#›</a:t>
            </a:fld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28" name="TextBox 12">
            <a:extLst>
              <a:ext uri="{FF2B5EF4-FFF2-40B4-BE49-F238E27FC236}">
                <a16:creationId xmlns:a16="http://schemas.microsoft.com/office/drawing/2014/main" id="{323D9BAD-112B-4B25-98BD-4566C69D0021}"/>
              </a:ext>
            </a:extLst>
          </p:cNvPr>
          <p:cNvSpPr txBox="1"/>
          <p:nvPr userDrawn="1"/>
        </p:nvSpPr>
        <p:spPr>
          <a:xfrm>
            <a:off x="1233261" y="6314442"/>
            <a:ext cx="24843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kern="1200" dirty="0">
                <a:solidFill>
                  <a:schemeClr val="bg1">
                    <a:lumMod val="75000"/>
                  </a:schemeClr>
                </a:solidFill>
                <a:latin typeface="+mj-lt"/>
                <a:ea typeface="+mn-ea"/>
                <a:cs typeface="+mn-cs"/>
              </a:rPr>
              <a:t>THE WORLD’S #1 NAMING COMPANY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1DA24EE-207E-70D9-8263-D68A4BCEDAE3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1"/>
            <a:ext cx="9144000" cy="203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49582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</p:sldLayoutIdLst>
  <p:txStyles>
    <p:titleStyle>
      <a:lvl1pPr marL="119063" indent="0" algn="l" defTabSz="914400" rtl="0" eaLnBrk="1" latinLnBrk="0" hangingPunct="1">
        <a:lnSpc>
          <a:spcPct val="90000"/>
        </a:lnSpc>
        <a:spcBef>
          <a:spcPct val="0"/>
        </a:spcBef>
        <a:buNone/>
        <a:tabLst/>
        <a:defRPr sz="2800" b="0" i="0" kern="1200">
          <a:solidFill>
            <a:srgbClr val="1D3D7C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just" defTabSz="914400" rtl="0" eaLnBrk="1" latinLnBrk="0" hangingPunct="1">
        <a:lnSpc>
          <a:spcPct val="100000"/>
        </a:lnSpc>
        <a:spcBef>
          <a:spcPts val="0"/>
        </a:spcBef>
        <a:buClr>
          <a:srgbClr val="1E3D7D"/>
        </a:buClr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just" defTabSz="914400" rtl="0" eaLnBrk="1" latinLnBrk="0" hangingPunct="1">
        <a:lnSpc>
          <a:spcPct val="100000"/>
        </a:lnSpc>
        <a:spcBef>
          <a:spcPts val="0"/>
        </a:spcBef>
        <a:buClr>
          <a:srgbClr val="1E3D7D"/>
        </a:buClr>
        <a:buFont typeface="Courier New" panose="02070309020205020404" pitchFamily="49" charset="0"/>
        <a:buChar char="o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just" defTabSz="914400" rtl="0" eaLnBrk="1" latinLnBrk="0" hangingPunct="1">
        <a:lnSpc>
          <a:spcPct val="100000"/>
        </a:lnSpc>
        <a:spcBef>
          <a:spcPts val="0"/>
        </a:spcBef>
        <a:buClr>
          <a:srgbClr val="1E3D7D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just" defTabSz="914400" rtl="0" eaLnBrk="1" latinLnBrk="0" hangingPunct="1">
        <a:lnSpc>
          <a:spcPct val="100000"/>
        </a:lnSpc>
        <a:spcBef>
          <a:spcPts val="0"/>
        </a:spcBef>
        <a:buClr>
          <a:srgbClr val="1E3D7D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just" defTabSz="914400" rtl="0" eaLnBrk="1" latinLnBrk="0" hangingPunct="1">
        <a:lnSpc>
          <a:spcPct val="100000"/>
        </a:lnSpc>
        <a:spcBef>
          <a:spcPts val="0"/>
        </a:spcBef>
        <a:buClr>
          <a:srgbClr val="1E3D7D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D826AD57-2681-49A1-81B7-5067EF7A501F}"/>
              </a:ext>
            </a:extLst>
          </p:cNvPr>
          <p:cNvSpPr txBox="1"/>
          <p:nvPr/>
        </p:nvSpPr>
        <p:spPr>
          <a:xfrm>
            <a:off x="450850" y="5181600"/>
            <a:ext cx="4089400" cy="492125"/>
          </a:xfrm>
          <a:prstGeom prst="rect">
            <a:avLst/>
          </a:prstGeom>
          <a:noFill/>
          <a:ln w="25400">
            <a:solidFill>
              <a:schemeClr val="bg1">
                <a:lumMod val="65000"/>
              </a:schemeClr>
            </a:solidFill>
          </a:ln>
        </p:spPr>
        <p:txBody>
          <a:bodyPr tIns="91440" bIns="91440">
            <a:spAutoFit/>
          </a:bodyPr>
          <a:lstStyle/>
          <a:p>
            <a:pPr algn="ctr" eaLnBrk="1" hangingPunct="1">
              <a:defRPr/>
            </a:pPr>
            <a:r>
              <a:rPr lang="en-US" sz="2000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cs typeface="Arial" charset="0"/>
              </a:rPr>
              <a:t>[New Name Candidates]</a:t>
            </a:r>
          </a:p>
        </p:txBody>
      </p:sp>
      <p:sp>
        <p:nvSpPr>
          <p:cNvPr id="38915" name="TextBox 24">
            <a:extLst>
              <a:ext uri="{FF2B5EF4-FFF2-40B4-BE49-F238E27FC236}">
                <a16:creationId xmlns:a16="http://schemas.microsoft.com/office/drawing/2014/main" id="{ECEDE5DB-20EA-43C2-8008-64C773B374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09813" y="5740400"/>
            <a:ext cx="808037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>
                <a:latin typeface="Calibri" panose="020F0502020204030204" pitchFamily="34" charset="0"/>
              </a:rPr>
              <a:t>Neutral</a:t>
            </a:r>
          </a:p>
        </p:txBody>
      </p:sp>
      <p:sp>
        <p:nvSpPr>
          <p:cNvPr id="38916" name="TextBox 25">
            <a:extLst>
              <a:ext uri="{FF2B5EF4-FFF2-40B4-BE49-F238E27FC236}">
                <a16:creationId xmlns:a16="http://schemas.microsoft.com/office/drawing/2014/main" id="{5E406B74-2561-4683-B6C3-AB6D8BC5C2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96200" y="5757863"/>
            <a:ext cx="9175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>
                <a:latin typeface="Calibri" panose="020F0502020204030204" pitchFamily="34" charset="0"/>
              </a:rPr>
              <a:t>Negative</a:t>
            </a:r>
          </a:p>
        </p:txBody>
      </p:sp>
      <p:sp>
        <p:nvSpPr>
          <p:cNvPr id="38917" name="Oval 33">
            <a:extLst>
              <a:ext uri="{FF2B5EF4-FFF2-40B4-BE49-F238E27FC236}">
                <a16:creationId xmlns:a16="http://schemas.microsoft.com/office/drawing/2014/main" id="{4F6A849B-E55F-4DAE-90EF-213538B251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1700" y="5832475"/>
            <a:ext cx="152400" cy="1524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 sz="1200">
              <a:latin typeface="Arial Narrow" panose="020B0606020202030204" pitchFamily="34" charset="0"/>
            </a:endParaRPr>
          </a:p>
        </p:txBody>
      </p:sp>
      <p:sp>
        <p:nvSpPr>
          <p:cNvPr id="38918" name="Oval 34">
            <a:extLst>
              <a:ext uri="{FF2B5EF4-FFF2-40B4-BE49-F238E27FC236}">
                <a16:creationId xmlns:a16="http://schemas.microsoft.com/office/drawing/2014/main" id="{3A2858B2-C6D2-4E9D-80FD-F5690BD182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69200" y="5834063"/>
            <a:ext cx="152400" cy="1524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 sz="1200">
              <a:latin typeface="Arial Narrow" panose="020B0606020202030204" pitchFamily="34" charset="0"/>
            </a:endParaRPr>
          </a:p>
        </p:txBody>
      </p:sp>
      <p:sp>
        <p:nvSpPr>
          <p:cNvPr id="38919" name="TextBox 1">
            <a:extLst>
              <a:ext uri="{FF2B5EF4-FFF2-40B4-BE49-F238E27FC236}">
                <a16:creationId xmlns:a16="http://schemas.microsoft.com/office/drawing/2014/main" id="{17FC7D5B-A5FC-4D5B-A74B-6233B97B56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5544" y="157009"/>
            <a:ext cx="855662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dirty="0">
                <a:solidFill>
                  <a:srgbClr val="1F497D"/>
                </a:solidFill>
                <a:latin typeface="+mn-lt"/>
                <a:ea typeface="+mj-ea"/>
                <a:cs typeface="+mj-cs"/>
              </a:rPr>
              <a:t>Category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F7F7371-EAC2-4BF8-834B-14CC246CCA3D}"/>
              </a:ext>
            </a:extLst>
          </p:cNvPr>
          <p:cNvSpPr txBox="1"/>
          <p:nvPr/>
        </p:nvSpPr>
        <p:spPr>
          <a:xfrm>
            <a:off x="5029200" y="5181600"/>
            <a:ext cx="3941763" cy="492125"/>
          </a:xfrm>
          <a:prstGeom prst="rect">
            <a:avLst/>
          </a:prstGeom>
          <a:noFill/>
          <a:ln w="25400">
            <a:solidFill>
              <a:schemeClr val="bg1">
                <a:lumMod val="65000"/>
              </a:schemeClr>
            </a:solidFill>
          </a:ln>
        </p:spPr>
        <p:txBody>
          <a:bodyPr tIns="91440" bIns="91440">
            <a:spAutoFit/>
          </a:bodyPr>
          <a:lstStyle/>
          <a:p>
            <a:pPr algn="ctr" eaLnBrk="1" hangingPunct="1">
              <a:defRPr/>
            </a:pPr>
            <a:r>
              <a:rPr lang="en-US" sz="2000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cs typeface="Arial" charset="0"/>
              </a:rPr>
              <a:t>[Comments]</a:t>
            </a:r>
          </a:p>
        </p:txBody>
      </p:sp>
      <p:sp>
        <p:nvSpPr>
          <p:cNvPr id="24" name="TextBox 3">
            <a:extLst>
              <a:ext uri="{FF2B5EF4-FFF2-40B4-BE49-F238E27FC236}">
                <a16:creationId xmlns:a16="http://schemas.microsoft.com/office/drawing/2014/main" id="{2B0A1C12-80DB-4488-9BB6-0054758974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3149" y="1186776"/>
            <a:ext cx="1795252" cy="4343400"/>
          </a:xfrm>
          <a:prstGeom prst="rect">
            <a:avLst/>
          </a:prstGeom>
          <a:noFill/>
          <a:ln>
            <a:noFill/>
          </a:ln>
        </p:spPr>
        <p:txBody>
          <a:bodyPr numCol="2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38922" name="TextBox 24">
            <a:extLst>
              <a:ext uri="{FF2B5EF4-FFF2-40B4-BE49-F238E27FC236}">
                <a16:creationId xmlns:a16="http://schemas.microsoft.com/office/drawing/2014/main" id="{4B408D6D-DB44-431E-A941-5402F4FD14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2938" y="5740400"/>
            <a:ext cx="8318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>
                <a:latin typeface="Calibri" panose="020F0502020204030204" pitchFamily="34" charset="0"/>
              </a:rPr>
              <a:t>Positive</a:t>
            </a:r>
          </a:p>
        </p:txBody>
      </p:sp>
      <p:sp>
        <p:nvSpPr>
          <p:cNvPr id="38923" name="Oval 33">
            <a:extLst>
              <a:ext uri="{FF2B5EF4-FFF2-40B4-BE49-F238E27FC236}">
                <a16:creationId xmlns:a16="http://schemas.microsoft.com/office/drawing/2014/main" id="{0F59DEC6-B1C8-4B91-A1E0-64D6EC06A3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4825" y="5832475"/>
            <a:ext cx="152400" cy="1524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 sz="1200">
              <a:latin typeface="Arial Narrow" panose="020B0606020202030204" pitchFamily="34" charset="0"/>
            </a:endParaRPr>
          </a:p>
        </p:txBody>
      </p:sp>
      <p:sp>
        <p:nvSpPr>
          <p:cNvPr id="38924" name="TextBox 1">
            <a:extLst>
              <a:ext uri="{FF2B5EF4-FFF2-40B4-BE49-F238E27FC236}">
                <a16:creationId xmlns:a16="http://schemas.microsoft.com/office/drawing/2014/main" id="{1AE62EC5-9F80-47BA-91C4-2DB33005CF47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974740" y="1243642"/>
            <a:ext cx="189026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600" dirty="0">
                <a:latin typeface="+mn-lt"/>
              </a:rPr>
              <a:t>Name Candidate</a:t>
            </a:r>
          </a:p>
        </p:txBody>
      </p:sp>
      <p:sp>
        <p:nvSpPr>
          <p:cNvPr id="51" name="TextBox 1">
            <a:extLst>
              <a:ext uri="{FF2B5EF4-FFF2-40B4-BE49-F238E27FC236}">
                <a16:creationId xmlns:a16="http://schemas.microsoft.com/office/drawing/2014/main" id="{65CC7D01-43CA-49F4-98EE-5971FC832346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974740" y="1660714"/>
            <a:ext cx="189026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600" dirty="0">
                <a:latin typeface="+mn-lt"/>
              </a:rPr>
              <a:t>Name Candidate</a:t>
            </a:r>
          </a:p>
        </p:txBody>
      </p:sp>
      <p:sp>
        <p:nvSpPr>
          <p:cNvPr id="52" name="TextBox 1">
            <a:extLst>
              <a:ext uri="{FF2B5EF4-FFF2-40B4-BE49-F238E27FC236}">
                <a16:creationId xmlns:a16="http://schemas.microsoft.com/office/drawing/2014/main" id="{C858B04C-110A-4D4D-9054-272210080726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982817" y="2103356"/>
            <a:ext cx="189026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600" dirty="0">
                <a:latin typeface="+mn-lt"/>
              </a:rPr>
              <a:t>Name Candidate</a:t>
            </a:r>
          </a:p>
        </p:txBody>
      </p:sp>
      <p:sp>
        <p:nvSpPr>
          <p:cNvPr id="53" name="TextBox 1">
            <a:extLst>
              <a:ext uri="{FF2B5EF4-FFF2-40B4-BE49-F238E27FC236}">
                <a16:creationId xmlns:a16="http://schemas.microsoft.com/office/drawing/2014/main" id="{61F05B00-E271-46C8-B9D8-C600D9521F42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996345" y="2528006"/>
            <a:ext cx="189026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600" dirty="0">
                <a:latin typeface="+mn-lt"/>
              </a:rPr>
              <a:t>Name Candidate</a:t>
            </a:r>
          </a:p>
        </p:txBody>
      </p:sp>
      <p:sp>
        <p:nvSpPr>
          <p:cNvPr id="54" name="TextBox 1">
            <a:extLst>
              <a:ext uri="{FF2B5EF4-FFF2-40B4-BE49-F238E27FC236}">
                <a16:creationId xmlns:a16="http://schemas.microsoft.com/office/drawing/2014/main" id="{0B7A8DB2-15B2-4A0A-B2F8-10F885C24FA5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989651" y="2929468"/>
            <a:ext cx="189026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600" dirty="0">
                <a:latin typeface="+mn-lt"/>
              </a:rPr>
              <a:t>Name Candidate</a:t>
            </a:r>
          </a:p>
        </p:txBody>
      </p:sp>
      <p:sp>
        <p:nvSpPr>
          <p:cNvPr id="55" name="TextBox 1">
            <a:extLst>
              <a:ext uri="{FF2B5EF4-FFF2-40B4-BE49-F238E27FC236}">
                <a16:creationId xmlns:a16="http://schemas.microsoft.com/office/drawing/2014/main" id="{513ECA1D-09D9-4202-B0F4-47EC459A2964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1003562" y="3332786"/>
            <a:ext cx="189026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600" dirty="0">
                <a:latin typeface="+mn-lt"/>
              </a:rPr>
              <a:t>Name Candidate</a:t>
            </a:r>
          </a:p>
        </p:txBody>
      </p:sp>
      <p:sp>
        <p:nvSpPr>
          <p:cNvPr id="56" name="TextBox 1">
            <a:extLst>
              <a:ext uri="{FF2B5EF4-FFF2-40B4-BE49-F238E27FC236}">
                <a16:creationId xmlns:a16="http://schemas.microsoft.com/office/drawing/2014/main" id="{F495D3BA-B6CC-4E31-A5EA-4CB73B70D6EA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959138" y="3794525"/>
            <a:ext cx="189026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600" dirty="0">
                <a:latin typeface="+mn-lt"/>
              </a:rPr>
              <a:t>Name Candidate</a:t>
            </a:r>
          </a:p>
        </p:txBody>
      </p:sp>
      <p:sp>
        <p:nvSpPr>
          <p:cNvPr id="57" name="TextBox 1">
            <a:extLst>
              <a:ext uri="{FF2B5EF4-FFF2-40B4-BE49-F238E27FC236}">
                <a16:creationId xmlns:a16="http://schemas.microsoft.com/office/drawing/2014/main" id="{21259B07-A3CB-4446-A37E-A79835C6AC79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974740" y="4226523"/>
            <a:ext cx="189026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600" dirty="0">
                <a:latin typeface="+mn-lt"/>
              </a:rPr>
              <a:t>Name Candidate</a:t>
            </a:r>
          </a:p>
        </p:txBody>
      </p:sp>
      <p:sp>
        <p:nvSpPr>
          <p:cNvPr id="58" name="TextBox 1">
            <a:extLst>
              <a:ext uri="{FF2B5EF4-FFF2-40B4-BE49-F238E27FC236}">
                <a16:creationId xmlns:a16="http://schemas.microsoft.com/office/drawing/2014/main" id="{87E13CF1-09E7-4612-B874-93DB2BA147B6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959138" y="4668719"/>
            <a:ext cx="189026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600" dirty="0">
                <a:latin typeface="+mn-lt"/>
              </a:rPr>
              <a:t>Name Candidate</a:t>
            </a:r>
          </a:p>
        </p:txBody>
      </p:sp>
      <p:sp>
        <p:nvSpPr>
          <p:cNvPr id="59" name="TextBox 3">
            <a:extLst>
              <a:ext uri="{FF2B5EF4-FFF2-40B4-BE49-F238E27FC236}">
                <a16:creationId xmlns:a16="http://schemas.microsoft.com/office/drawing/2014/main" id="{A99E000A-985C-4D79-B7FA-3BEB03AC14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17175" y="1184275"/>
            <a:ext cx="1795252" cy="4343400"/>
          </a:xfrm>
          <a:prstGeom prst="rect">
            <a:avLst/>
          </a:prstGeom>
          <a:noFill/>
          <a:ln>
            <a:noFill/>
          </a:ln>
        </p:spPr>
        <p:txBody>
          <a:bodyPr numCol="2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60" name="TextBox 1">
            <a:extLst>
              <a:ext uri="{FF2B5EF4-FFF2-40B4-BE49-F238E27FC236}">
                <a16:creationId xmlns:a16="http://schemas.microsoft.com/office/drawing/2014/main" id="{4BE9C5AD-00A4-4950-A4BB-BD7BADB228F1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3564335" y="1256263"/>
            <a:ext cx="189026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600" dirty="0">
                <a:latin typeface="+mn-lt"/>
              </a:rPr>
              <a:t>Name Candidate</a:t>
            </a:r>
          </a:p>
        </p:txBody>
      </p:sp>
      <p:sp>
        <p:nvSpPr>
          <p:cNvPr id="61" name="TextBox 1">
            <a:extLst>
              <a:ext uri="{FF2B5EF4-FFF2-40B4-BE49-F238E27FC236}">
                <a16:creationId xmlns:a16="http://schemas.microsoft.com/office/drawing/2014/main" id="{C7EC3833-E82F-4422-B949-C0983854BD86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3548766" y="1684314"/>
            <a:ext cx="189026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600" dirty="0">
                <a:latin typeface="+mn-lt"/>
              </a:rPr>
              <a:t>Name Candidate</a:t>
            </a:r>
          </a:p>
        </p:txBody>
      </p:sp>
      <p:sp>
        <p:nvSpPr>
          <p:cNvPr id="62" name="TextBox 1">
            <a:extLst>
              <a:ext uri="{FF2B5EF4-FFF2-40B4-BE49-F238E27FC236}">
                <a16:creationId xmlns:a16="http://schemas.microsoft.com/office/drawing/2014/main" id="{6A3F0124-D6B4-4B94-BC65-965CF0110C81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3577588" y="2111970"/>
            <a:ext cx="189026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600" dirty="0">
                <a:latin typeface="+mn-lt"/>
              </a:rPr>
              <a:t>Name Candidate</a:t>
            </a:r>
          </a:p>
        </p:txBody>
      </p:sp>
      <p:sp>
        <p:nvSpPr>
          <p:cNvPr id="63" name="TextBox 1">
            <a:extLst>
              <a:ext uri="{FF2B5EF4-FFF2-40B4-BE49-F238E27FC236}">
                <a16:creationId xmlns:a16="http://schemas.microsoft.com/office/drawing/2014/main" id="{2F0AA31D-95A5-4675-A7D1-AE88D84AA26F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3535513" y="2554364"/>
            <a:ext cx="189026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600" dirty="0">
                <a:latin typeface="+mn-lt"/>
              </a:rPr>
              <a:t>Name Candidate</a:t>
            </a:r>
          </a:p>
        </p:txBody>
      </p:sp>
      <p:sp>
        <p:nvSpPr>
          <p:cNvPr id="64" name="TextBox 1">
            <a:extLst>
              <a:ext uri="{FF2B5EF4-FFF2-40B4-BE49-F238E27FC236}">
                <a16:creationId xmlns:a16="http://schemas.microsoft.com/office/drawing/2014/main" id="{A34302B3-EB85-4D1D-BE62-B0A8E3C55795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3591728" y="2954214"/>
            <a:ext cx="189026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600" dirty="0">
                <a:latin typeface="+mn-lt"/>
              </a:rPr>
              <a:t>Name Candidate</a:t>
            </a:r>
          </a:p>
        </p:txBody>
      </p:sp>
      <p:sp>
        <p:nvSpPr>
          <p:cNvPr id="65" name="TextBox 1">
            <a:extLst>
              <a:ext uri="{FF2B5EF4-FFF2-40B4-BE49-F238E27FC236}">
                <a16:creationId xmlns:a16="http://schemas.microsoft.com/office/drawing/2014/main" id="{C46B7584-FFA7-479B-86B9-C5E3CA4B06A0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3558727" y="3378834"/>
            <a:ext cx="189026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600" dirty="0">
                <a:latin typeface="+mn-lt"/>
              </a:rPr>
              <a:t>Name Candidate</a:t>
            </a:r>
          </a:p>
        </p:txBody>
      </p:sp>
      <p:sp>
        <p:nvSpPr>
          <p:cNvPr id="66" name="TextBox 1">
            <a:extLst>
              <a:ext uri="{FF2B5EF4-FFF2-40B4-BE49-F238E27FC236}">
                <a16:creationId xmlns:a16="http://schemas.microsoft.com/office/drawing/2014/main" id="{657E8C18-1329-410E-BF88-5D9B794080FA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3485306" y="3794525"/>
            <a:ext cx="1962397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600" dirty="0">
                <a:latin typeface="+mn-lt"/>
              </a:rPr>
              <a:t> Name Candidate</a:t>
            </a:r>
          </a:p>
        </p:txBody>
      </p:sp>
      <p:sp>
        <p:nvSpPr>
          <p:cNvPr id="67" name="TextBox 1">
            <a:extLst>
              <a:ext uri="{FF2B5EF4-FFF2-40B4-BE49-F238E27FC236}">
                <a16:creationId xmlns:a16="http://schemas.microsoft.com/office/drawing/2014/main" id="{E7F2BADF-EADC-43A2-849E-11F13F41E153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3577588" y="4226523"/>
            <a:ext cx="189026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600" dirty="0">
                <a:latin typeface="+mn-lt"/>
              </a:rPr>
              <a:t>Name Candidate</a:t>
            </a:r>
          </a:p>
        </p:txBody>
      </p:sp>
      <p:sp>
        <p:nvSpPr>
          <p:cNvPr id="68" name="TextBox 1">
            <a:extLst>
              <a:ext uri="{FF2B5EF4-FFF2-40B4-BE49-F238E27FC236}">
                <a16:creationId xmlns:a16="http://schemas.microsoft.com/office/drawing/2014/main" id="{FEE54790-4F75-4C09-8B6E-F4DEB2303697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3587419" y="4634836"/>
            <a:ext cx="189026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600" dirty="0">
                <a:latin typeface="+mn-lt"/>
              </a:rPr>
              <a:t>Name Candidate</a:t>
            </a:r>
          </a:p>
        </p:txBody>
      </p:sp>
      <p:sp>
        <p:nvSpPr>
          <p:cNvPr id="69" name="TextBox 3">
            <a:extLst>
              <a:ext uri="{FF2B5EF4-FFF2-40B4-BE49-F238E27FC236}">
                <a16:creationId xmlns:a16="http://schemas.microsoft.com/office/drawing/2014/main" id="{BE3AD6D8-BE65-4DAF-89DB-00A50D3EB2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0" y="1162050"/>
            <a:ext cx="1795252" cy="4343400"/>
          </a:xfrm>
          <a:prstGeom prst="rect">
            <a:avLst/>
          </a:prstGeom>
          <a:noFill/>
          <a:ln>
            <a:noFill/>
          </a:ln>
        </p:spPr>
        <p:txBody>
          <a:bodyPr numCol="2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50" name="TextBox 3">
            <a:extLst>
              <a:ext uri="{FF2B5EF4-FFF2-40B4-BE49-F238E27FC236}">
                <a16:creationId xmlns:a16="http://schemas.microsoft.com/office/drawing/2014/main" id="{F62A04DE-5A52-426D-947E-0B353443C0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39978" y="1177097"/>
            <a:ext cx="1795252" cy="4343400"/>
          </a:xfrm>
          <a:prstGeom prst="rect">
            <a:avLst/>
          </a:prstGeom>
          <a:noFill/>
          <a:ln>
            <a:noFill/>
          </a:ln>
        </p:spPr>
        <p:txBody>
          <a:bodyPr numCol="2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eaLnBrk="1" hangingPunct="1"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eaLnBrk="1" hangingPunct="1"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73" name="TextBox 1">
            <a:extLst>
              <a:ext uri="{FF2B5EF4-FFF2-40B4-BE49-F238E27FC236}">
                <a16:creationId xmlns:a16="http://schemas.microsoft.com/office/drawing/2014/main" id="{07202B75-FBD6-4EE2-A5AE-EE2E5B9FA6DB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187138" y="1249085"/>
            <a:ext cx="189026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600" dirty="0">
                <a:latin typeface="+mn-lt"/>
              </a:rPr>
              <a:t>Name Candidate</a:t>
            </a:r>
          </a:p>
        </p:txBody>
      </p:sp>
      <p:sp>
        <p:nvSpPr>
          <p:cNvPr id="74" name="TextBox 1">
            <a:extLst>
              <a:ext uri="{FF2B5EF4-FFF2-40B4-BE49-F238E27FC236}">
                <a16:creationId xmlns:a16="http://schemas.microsoft.com/office/drawing/2014/main" id="{5E26C109-7021-4AA1-89C4-60DF413375C6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171569" y="1677136"/>
            <a:ext cx="189026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600" dirty="0">
                <a:latin typeface="+mn-lt"/>
              </a:rPr>
              <a:t>Name Candidate</a:t>
            </a:r>
          </a:p>
        </p:txBody>
      </p:sp>
      <p:sp>
        <p:nvSpPr>
          <p:cNvPr id="75" name="TextBox 1">
            <a:extLst>
              <a:ext uri="{FF2B5EF4-FFF2-40B4-BE49-F238E27FC236}">
                <a16:creationId xmlns:a16="http://schemas.microsoft.com/office/drawing/2014/main" id="{4610DF42-124F-43CA-BAAD-6CBFC1447D3D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200391" y="2104792"/>
            <a:ext cx="189026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600" dirty="0">
                <a:latin typeface="+mn-lt"/>
              </a:rPr>
              <a:t>Name Candidate</a:t>
            </a:r>
          </a:p>
        </p:txBody>
      </p:sp>
      <p:sp>
        <p:nvSpPr>
          <p:cNvPr id="76" name="TextBox 1">
            <a:extLst>
              <a:ext uri="{FF2B5EF4-FFF2-40B4-BE49-F238E27FC236}">
                <a16:creationId xmlns:a16="http://schemas.microsoft.com/office/drawing/2014/main" id="{B4C76248-49BB-4774-9527-FC590C053828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158316" y="2547186"/>
            <a:ext cx="189026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600" dirty="0">
                <a:latin typeface="+mn-lt"/>
              </a:rPr>
              <a:t>Name Candidate</a:t>
            </a:r>
          </a:p>
        </p:txBody>
      </p:sp>
      <p:sp>
        <p:nvSpPr>
          <p:cNvPr id="77" name="TextBox 1">
            <a:extLst>
              <a:ext uri="{FF2B5EF4-FFF2-40B4-BE49-F238E27FC236}">
                <a16:creationId xmlns:a16="http://schemas.microsoft.com/office/drawing/2014/main" id="{7A76A255-FBE8-4F6C-A593-6E290E130683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214531" y="2947036"/>
            <a:ext cx="189026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600" dirty="0">
                <a:latin typeface="+mn-lt"/>
              </a:rPr>
              <a:t>Name Candidate</a:t>
            </a:r>
          </a:p>
        </p:txBody>
      </p:sp>
      <p:sp>
        <p:nvSpPr>
          <p:cNvPr id="78" name="TextBox 1">
            <a:extLst>
              <a:ext uri="{FF2B5EF4-FFF2-40B4-BE49-F238E27FC236}">
                <a16:creationId xmlns:a16="http://schemas.microsoft.com/office/drawing/2014/main" id="{88B25368-881E-4F29-8B11-71AA88EDFC09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181530" y="3371656"/>
            <a:ext cx="189026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600" dirty="0">
                <a:latin typeface="+mn-lt"/>
              </a:rPr>
              <a:t>Name Candidate</a:t>
            </a:r>
          </a:p>
        </p:txBody>
      </p:sp>
      <p:sp>
        <p:nvSpPr>
          <p:cNvPr id="79" name="TextBox 1">
            <a:extLst>
              <a:ext uri="{FF2B5EF4-FFF2-40B4-BE49-F238E27FC236}">
                <a16:creationId xmlns:a16="http://schemas.microsoft.com/office/drawing/2014/main" id="{50968B76-D437-4F6C-A063-7DE57A08358A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108109" y="3787347"/>
            <a:ext cx="1962397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600" dirty="0">
                <a:latin typeface="+mn-lt"/>
              </a:rPr>
              <a:t> Name Candidate</a:t>
            </a:r>
          </a:p>
        </p:txBody>
      </p:sp>
    </p:spTree>
    <p:extLst>
      <p:ext uri="{BB962C8B-B14F-4D97-AF65-F5344CB8AC3E}">
        <p14:creationId xmlns:p14="http://schemas.microsoft.com/office/powerpoint/2010/main" val="2918330274"/>
      </p:ext>
    </p:extLst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" val="23427d8a725826adad8c81745327cd03b527b30"/>
  <p:tag name="ISPRING_RESOURCE_PATHS_HASH_PRESENTER" val="a879f9ffcf2a1890cedd1b0be567bf5b33ce22c"/>
</p:tagLst>
</file>

<file path=ppt/theme/theme1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BI-THEME</Template>
  <TotalTime>4884</TotalTime>
  <Words>91</Words>
  <Application>Microsoft Office PowerPoint</Application>
  <PresentationFormat>On-screen Show (4:3)</PresentationFormat>
  <Paragraphs>88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Arial</vt:lpstr>
      <vt:lpstr>Arial Narrow</vt:lpstr>
      <vt:lpstr>Calibri</vt:lpstr>
      <vt:lpstr>Calibri Light</vt:lpstr>
      <vt:lpstr>Courier New</vt:lpstr>
      <vt:lpstr>Verdana</vt:lpstr>
      <vt:lpstr>Wingdings</vt:lpstr>
      <vt:lpstr>1_Office Theme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pboothkur</dc:creator>
  <cp:lastModifiedBy>Lokesh N. Venkateswarlu</cp:lastModifiedBy>
  <cp:revision>1096</cp:revision>
  <dcterms:created xsi:type="dcterms:W3CDTF">2013-08-08T20:48:04Z</dcterms:created>
  <dcterms:modified xsi:type="dcterms:W3CDTF">2023-03-07T15:44:20Z</dcterms:modified>
</cp:coreProperties>
</file>