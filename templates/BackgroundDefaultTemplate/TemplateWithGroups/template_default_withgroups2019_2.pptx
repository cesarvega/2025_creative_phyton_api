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"/>
  </p:notesMasterIdLst>
  <p:handoutMasterIdLst>
    <p:handoutMasterId r:id="rId4"/>
  </p:handoutMasterIdLst>
  <p:sldIdLst>
    <p:sldId id="34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D7C"/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796" autoAdjust="0"/>
    <p:restoredTop sz="94689"/>
  </p:normalViewPr>
  <p:slideViewPr>
    <p:cSldViewPr>
      <p:cViewPr varScale="1">
        <p:scale>
          <a:sx n="63" d="100"/>
          <a:sy n="63" d="100"/>
        </p:scale>
        <p:origin x="1400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4454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4266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09516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1296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241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3929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1558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43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3849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004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15044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829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0850" y="44958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Names]</a:t>
            </a:r>
          </a:p>
        </p:txBody>
      </p:sp>
      <p:sp>
        <p:nvSpPr>
          <p:cNvPr id="4099" name="TextBox 24"/>
          <p:cNvSpPr txBox="1">
            <a:spLocks noChangeArrowheads="1"/>
          </p:cNvSpPr>
          <p:nvPr/>
        </p:nvSpPr>
        <p:spPr bwMode="auto">
          <a:xfrm>
            <a:off x="2309813" y="55626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 dirty="0"/>
              <a:t>Neutral</a:t>
            </a:r>
          </a:p>
        </p:txBody>
      </p:sp>
      <p:sp>
        <p:nvSpPr>
          <p:cNvPr id="4100" name="TextBox 25"/>
          <p:cNvSpPr txBox="1">
            <a:spLocks noChangeArrowheads="1"/>
          </p:cNvSpPr>
          <p:nvPr/>
        </p:nvSpPr>
        <p:spPr bwMode="auto">
          <a:xfrm>
            <a:off x="7696200" y="55800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/>
              <a:t>Negative</a:t>
            </a:r>
          </a:p>
        </p:txBody>
      </p:sp>
      <p:sp>
        <p:nvSpPr>
          <p:cNvPr id="4101" name="Oval 33"/>
          <p:cNvSpPr>
            <a:spLocks noChangeArrowheads="1"/>
          </p:cNvSpPr>
          <p:nvPr/>
        </p:nvSpPr>
        <p:spPr bwMode="auto">
          <a:xfrm>
            <a:off x="2171700" y="56546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102" name="Oval 34"/>
          <p:cNvSpPr>
            <a:spLocks noChangeArrowheads="1"/>
          </p:cNvSpPr>
          <p:nvPr/>
        </p:nvSpPr>
        <p:spPr bwMode="auto">
          <a:xfrm>
            <a:off x="7569200" y="56562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103" name="TextBox 1"/>
          <p:cNvSpPr txBox="1">
            <a:spLocks noChangeArrowheads="1"/>
          </p:cNvSpPr>
          <p:nvPr/>
        </p:nvSpPr>
        <p:spPr bwMode="auto">
          <a:xfrm>
            <a:off x="152400" y="99891"/>
            <a:ext cx="855568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2800" dirty="0">
                <a:solidFill>
                  <a:srgbClr val="1D3D7C"/>
                </a:solidFill>
                <a:latin typeface="+mn-lt"/>
                <a:ea typeface="Verdana" panose="020B0604030504040204" pitchFamily="34" charset="0"/>
              </a:rPr>
              <a:t>Category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4958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24" name="TextBox 3"/>
          <p:cNvSpPr txBox="1">
            <a:spLocks noChangeArrowheads="1"/>
          </p:cNvSpPr>
          <p:nvPr/>
        </p:nvSpPr>
        <p:spPr bwMode="auto">
          <a:xfrm>
            <a:off x="646128" y="1049946"/>
            <a:ext cx="8204635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106" name="TextBox 24"/>
          <p:cNvSpPr txBox="1">
            <a:spLocks noChangeArrowheads="1"/>
          </p:cNvSpPr>
          <p:nvPr/>
        </p:nvSpPr>
        <p:spPr bwMode="auto">
          <a:xfrm>
            <a:off x="642938" y="55626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 dirty="0"/>
              <a:t>Positive</a:t>
            </a:r>
          </a:p>
        </p:txBody>
      </p:sp>
      <p:sp>
        <p:nvSpPr>
          <p:cNvPr id="4107" name="Oval 33"/>
          <p:cNvSpPr>
            <a:spLocks noChangeArrowheads="1"/>
          </p:cNvSpPr>
          <p:nvPr/>
        </p:nvSpPr>
        <p:spPr bwMode="auto">
          <a:xfrm>
            <a:off x="504825" y="56546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16" name="TextBox 1">
            <a:extLst>
              <a:ext uri="{FF2B5EF4-FFF2-40B4-BE49-F238E27FC236}">
                <a16:creationId xmlns:a16="http://schemas.microsoft.com/office/drawing/2014/main" id="{F02119C6-A447-4827-AE3D-FCCAF4A0391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66195" y="1585712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dirty="0">
                <a:latin typeface="+mn-lt"/>
              </a:rPr>
              <a:t>Name Candidate</a:t>
            </a:r>
          </a:p>
        </p:txBody>
      </p:sp>
      <p:sp>
        <p:nvSpPr>
          <p:cNvPr id="27" name="TextBox 3">
            <a:extLst>
              <a:ext uri="{FF2B5EF4-FFF2-40B4-BE49-F238E27FC236}">
                <a16:creationId xmlns:a16="http://schemas.microsoft.com/office/drawing/2014/main" id="{2E17AF89-33CA-44E0-8B1D-8CC008A69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995" y="922895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8" name="TextBox 1">
            <a:extLst>
              <a:ext uri="{FF2B5EF4-FFF2-40B4-BE49-F238E27FC236}">
                <a16:creationId xmlns:a16="http://schemas.microsoft.com/office/drawing/2014/main" id="{025E01BC-EBF9-4768-834B-64B88537B21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66195" y="2242640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dirty="0">
                <a:latin typeface="+mn-lt"/>
              </a:rPr>
              <a:t>Name Candidate</a:t>
            </a:r>
          </a:p>
        </p:txBody>
      </p:sp>
    </p:spTree>
    <p:extLst>
      <p:ext uri="{BB962C8B-B14F-4D97-AF65-F5344CB8AC3E}">
        <p14:creationId xmlns:p14="http://schemas.microsoft.com/office/powerpoint/2010/main" val="225785279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4814</TotalTime>
  <Words>24</Words>
  <Application>Microsoft Office PowerPoint</Application>
  <PresentationFormat>On-screen Show (4:3)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1096</cp:revision>
  <dcterms:created xsi:type="dcterms:W3CDTF">2013-08-08T20:48:04Z</dcterms:created>
  <dcterms:modified xsi:type="dcterms:W3CDTF">2023-03-06T21:37:48Z</dcterms:modified>
</cp:coreProperties>
</file>