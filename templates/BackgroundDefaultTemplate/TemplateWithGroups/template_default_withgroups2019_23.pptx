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4" d="100"/>
          <a:sy n="54" d="100"/>
        </p:scale>
        <p:origin x="122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5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1200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4039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897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824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468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2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79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30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61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8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9238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5626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843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11197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543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54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7883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94525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348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4908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69" y="16771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610DF42-124F-43CA-BAAD-6CBFC1447D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0391" y="210479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6" name="TextBox 1">
            <a:extLst>
              <a:ext uri="{FF2B5EF4-FFF2-40B4-BE49-F238E27FC236}">
                <a16:creationId xmlns:a16="http://schemas.microsoft.com/office/drawing/2014/main" id="{B4C76248-49BB-4774-9527-FC590C0538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8316" y="25471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7" name="TextBox 1">
            <a:extLst>
              <a:ext uri="{FF2B5EF4-FFF2-40B4-BE49-F238E27FC236}">
                <a16:creationId xmlns:a16="http://schemas.microsoft.com/office/drawing/2014/main" id="{7A76A255-FBE8-4F6C-A593-6E290E1306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14531" y="29470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4880</TotalTime>
  <Words>86</Words>
  <Application>Microsoft Office PowerPoint</Application>
  <PresentationFormat>On-screen Show (4:3)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1097</cp:revision>
  <dcterms:created xsi:type="dcterms:W3CDTF">2013-08-08T20:48:04Z</dcterms:created>
  <dcterms:modified xsi:type="dcterms:W3CDTF">2023-03-07T15:35:51Z</dcterms:modified>
</cp:coreProperties>
</file>