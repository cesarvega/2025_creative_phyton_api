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77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353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008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052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90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007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4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24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06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525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5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9530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6388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6562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7324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262408" y="152555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530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6388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spect="1" noChangeArrowheads="1"/>
          </p:cNvSpPr>
          <p:nvPr/>
        </p:nvSpPr>
        <p:spPr bwMode="auto">
          <a:xfrm>
            <a:off x="966787" y="41979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spect="1" noChangeArrowheads="1"/>
          </p:cNvSpPr>
          <p:nvPr/>
        </p:nvSpPr>
        <p:spPr bwMode="auto">
          <a:xfrm>
            <a:off x="5105400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0" name="TextBox 1"/>
          <p:cNvSpPr txBox="1">
            <a:spLocks noChangeAspect="1" noChangeArrowheads="1"/>
          </p:cNvSpPr>
          <p:nvPr/>
        </p:nvSpPr>
        <p:spPr bwMode="auto">
          <a:xfrm>
            <a:off x="5105400" y="2023437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1" name="TextBox 1"/>
          <p:cNvSpPr txBox="1">
            <a:spLocks noChangeAspect="1" noChangeArrowheads="1"/>
          </p:cNvSpPr>
          <p:nvPr/>
        </p:nvSpPr>
        <p:spPr bwMode="auto">
          <a:xfrm>
            <a:off x="5129123" y="2722523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4777</TotalTime>
  <Words>37</Words>
  <Application>Microsoft Office PowerPoint</Application>
  <PresentationFormat>On-screen Show 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1092</cp:revision>
  <dcterms:created xsi:type="dcterms:W3CDTF">2013-08-08T20:48:04Z</dcterms:created>
  <dcterms:modified xsi:type="dcterms:W3CDTF">2023-03-06T21:52:12Z</dcterms:modified>
</cp:coreProperties>
</file>