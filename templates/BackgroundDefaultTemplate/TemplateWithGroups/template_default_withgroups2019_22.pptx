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4" d="100"/>
          <a:sy n="54" d="100"/>
        </p:scale>
        <p:origin x="122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108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4160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734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7364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0133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384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03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691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71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8420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52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583" y="213798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24364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6607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2817" y="21033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345" y="252800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9651" y="292946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03562" y="33327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379452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9138" y="4668719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175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64335" y="125626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766" y="16843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211197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35513" y="255436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1728" y="29542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58727" y="337883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85306" y="3794525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419" y="46348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6205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F62A04DE-5A52-426D-947E-0B353443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978" y="1177097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TextBox 1">
            <a:extLst>
              <a:ext uri="{FF2B5EF4-FFF2-40B4-BE49-F238E27FC236}">
                <a16:creationId xmlns:a16="http://schemas.microsoft.com/office/drawing/2014/main" id="{07202B75-FBD6-4EE2-A5AE-EE2E5B9FA6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7138" y="124908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5E26C109-7021-4AA1-89C4-60DF413375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69" y="16771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75" name="TextBox 1">
            <a:extLst>
              <a:ext uri="{FF2B5EF4-FFF2-40B4-BE49-F238E27FC236}">
                <a16:creationId xmlns:a16="http://schemas.microsoft.com/office/drawing/2014/main" id="{4610DF42-124F-43CA-BAAD-6CBFC1447D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0391" y="210479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  <p:sp>
        <p:nvSpPr>
          <p:cNvPr id="76" name="TextBox 1">
            <a:extLst>
              <a:ext uri="{FF2B5EF4-FFF2-40B4-BE49-F238E27FC236}">
                <a16:creationId xmlns:a16="http://schemas.microsoft.com/office/drawing/2014/main" id="{B4C76248-49BB-4774-9527-FC590C0538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58316" y="25471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4880</TotalTime>
  <Words>84</Words>
  <Application>Microsoft Office PowerPoint</Application>
  <PresentationFormat>On-screen Show (4:3)</PresentationFormat>
  <Paragraphs>85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1098</cp:revision>
  <dcterms:created xsi:type="dcterms:W3CDTF">2013-08-08T20:48:04Z</dcterms:created>
  <dcterms:modified xsi:type="dcterms:W3CDTF">2023-03-07T15:33:01Z</dcterms:modified>
</cp:coreProperties>
</file>