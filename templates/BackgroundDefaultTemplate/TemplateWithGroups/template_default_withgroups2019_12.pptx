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93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143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5674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7616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19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7845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9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78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942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6524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7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13880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243642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66071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75416" y="210335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8944" y="252800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2250" y="2929468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96161" y="333278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37945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422652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4668719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635" y="1127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12158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7358" y="16354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203004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9585" y="777825"/>
            <a:ext cx="1795252" cy="4692675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4942</TotalTime>
  <Words>54</Words>
  <Application>Microsoft Office PowerPoint</Application>
  <PresentationFormat>On-screen Show (4:3)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1098</cp:revision>
  <dcterms:created xsi:type="dcterms:W3CDTF">2013-08-08T20:48:04Z</dcterms:created>
  <dcterms:modified xsi:type="dcterms:W3CDTF">2023-03-06T21:57:56Z</dcterms:modified>
</cp:coreProperties>
</file>