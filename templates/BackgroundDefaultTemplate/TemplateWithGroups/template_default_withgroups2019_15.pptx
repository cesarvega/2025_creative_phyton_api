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72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9567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676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6433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195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484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69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13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068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210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08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92" y="60911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243642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66071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5416" y="210335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8944" y="252800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2250" y="2929468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96161" y="333278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37945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42265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4668719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635" y="1127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12158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7358" y="16354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03004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5766" y="249383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9292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3760" y="336635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5626" y="734987"/>
            <a:ext cx="1795252" cy="4692675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4892</TotalTime>
  <Words>60</Words>
  <Application>Microsoft Office PowerPoint</Application>
  <PresentationFormat>On-screen Show (4:3)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1094</cp:revision>
  <dcterms:created xsi:type="dcterms:W3CDTF">2013-08-08T20:48:04Z</dcterms:created>
  <dcterms:modified xsi:type="dcterms:W3CDTF">2023-03-06T22:21:48Z</dcterms:modified>
</cp:coreProperties>
</file>