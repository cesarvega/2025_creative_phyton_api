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3"/>
  </p:notesMasterIdLst>
  <p:handoutMasterIdLst>
    <p:handoutMasterId r:id="rId4"/>
  </p:handoutMasterIdLst>
  <p:sldIdLst>
    <p:sldId id="438" r:id="rId2"/>
  </p:sldIdLst>
  <p:sldSz cx="9144000" cy="6858000" type="screen4x3"/>
  <p:notesSz cx="6858000" cy="9144000"/>
  <p:custDataLst>
    <p:tags r:id="rId5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9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3D7C"/>
    <a:srgbClr val="1F497D"/>
    <a:srgbClr val="004684"/>
    <a:srgbClr val="718DB6"/>
    <a:srgbClr val="0000A4"/>
    <a:srgbClr val="0048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368" y="56"/>
      </p:cViewPr>
      <p:guideLst>
        <p:guide orient="horz" pos="912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378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A15E3AF-102E-4D19-A182-7F5B6FCB25B1}" type="datetimeFigureOut">
              <a:rPr lang="en-US"/>
              <a:pPr>
                <a:defRPr/>
              </a:pPr>
              <a:t>3/6/2023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ED719942-ED09-4263-941C-FC021E3160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9922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2CD5935-38B4-43D9-A105-A758A60B4D7A}" type="datetimeFigureOut">
              <a:rPr lang="en-US"/>
              <a:pPr>
                <a:defRPr/>
              </a:pPr>
              <a:t>3/6/2023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D5DC445-C859-43E9-9105-DBF80A30F3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4018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0E33678E-6B84-4F06-A10E-CB50C74804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1A7028A0-5D20-4B22-B973-9F4D51FCD8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94926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D71131-4ECE-B942-A0DC-054D437E9B0B}"/>
              </a:ext>
            </a:extLst>
          </p:cNvPr>
          <p:cNvCxnSpPr>
            <a:cxnSpLocks/>
          </p:cNvCxnSpPr>
          <p:nvPr userDrawn="1"/>
        </p:nvCxnSpPr>
        <p:spPr>
          <a:xfrm>
            <a:off x="0" y="4506513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499DF1A-D378-D447-AB56-FD56CAB3E3C4}"/>
              </a:ext>
            </a:extLst>
          </p:cNvPr>
          <p:cNvSpPr txBox="1"/>
          <p:nvPr userDrawn="1"/>
        </p:nvSpPr>
        <p:spPr>
          <a:xfrm>
            <a:off x="3502381" y="4364057"/>
            <a:ext cx="2139239" cy="276999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9E4BC1-3F05-094B-89FD-0579DDBF09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340862"/>
            <a:ext cx="1453243" cy="10442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23C985-F009-6846-B96F-8FBD324A3B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2674" y="383572"/>
            <a:ext cx="1829866" cy="9588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30BED47-47C4-D00E-C305-0BF97A75DE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" y="1862381"/>
            <a:ext cx="7504044" cy="2384641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7FAE7CB-3DE8-8342-AE7F-02471C74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90" y="2260355"/>
            <a:ext cx="5764450" cy="16188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840ECDF-4C80-1A15-A8C1-621F199A33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400" y="1726323"/>
            <a:ext cx="3372748" cy="306742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7299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30417"/>
            <a:ext cx="7772400" cy="197954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844967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27073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11075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85014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36A39-38B9-4652-A846-D70DB2A51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14158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020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238CB3-9E3E-9B99-A76A-AE2A35EA0B51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22251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43132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08E89-E03A-325B-25A6-DB62B0631E59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758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9158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16837"/>
            <a:ext cx="7886700" cy="100488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9092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A0802D-63C1-4FCC-8AA5-7FD15DC17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27772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1694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532FCAEA-B4CE-4571-9F06-1A63F756D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3C1914A-7211-4CB1-BB7C-3AF6FCCB6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108" y="1127760"/>
            <a:ext cx="8757012" cy="4849527"/>
          </a:xfrm>
          <a:prstGeom prst="rect">
            <a:avLst/>
          </a:prstGeom>
          <a:noFill/>
          <a:effectLst>
            <a:softEdge rad="38100"/>
          </a:effectLst>
        </p:spPr>
        <p:txBody>
          <a:bodyPr vert="horz" lIns="182880" tIns="182880" rIns="18288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1B545F3-0827-4A51-B162-0E701A9E903D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4108" y="6064198"/>
            <a:ext cx="883548" cy="634899"/>
          </a:xfrm>
          <a:prstGeom prst="rect">
            <a:avLst/>
          </a:prstGeom>
        </p:spPr>
      </p:pic>
      <p:sp>
        <p:nvSpPr>
          <p:cNvPr id="26" name="TextBox 12">
            <a:extLst>
              <a:ext uri="{FF2B5EF4-FFF2-40B4-BE49-F238E27FC236}">
                <a16:creationId xmlns:a16="http://schemas.microsoft.com/office/drawing/2014/main" id="{A147E1CD-8774-483C-AB12-43438CB00E89}"/>
              </a:ext>
            </a:extLst>
          </p:cNvPr>
          <p:cNvSpPr txBox="1"/>
          <p:nvPr userDrawn="1"/>
        </p:nvSpPr>
        <p:spPr>
          <a:xfrm>
            <a:off x="6869340" y="6314442"/>
            <a:ext cx="21392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4C86A1-3A64-4DB2-8BE6-AF0A311D45A1}"/>
              </a:ext>
            </a:extLst>
          </p:cNvPr>
          <p:cNvSpPr txBox="1"/>
          <p:nvPr userDrawn="1"/>
        </p:nvSpPr>
        <p:spPr>
          <a:xfrm>
            <a:off x="8627294" y="132569"/>
            <a:ext cx="47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364B33D-2A9C-4398-A227-C3E0D41962E9}" type="slidenum">
              <a:rPr lang="en-US" sz="1400" smtClean="0">
                <a:solidFill>
                  <a:schemeClr val="bg1"/>
                </a:solidFill>
              </a:rPr>
              <a:pPr algn="ctr"/>
              <a:t>‹#›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323D9BAD-112B-4B25-98BD-4566C69D0021}"/>
              </a:ext>
            </a:extLst>
          </p:cNvPr>
          <p:cNvSpPr txBox="1"/>
          <p:nvPr userDrawn="1"/>
        </p:nvSpPr>
        <p:spPr>
          <a:xfrm>
            <a:off x="1233261" y="6314442"/>
            <a:ext cx="2484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+mn-ea"/>
                <a:cs typeface="+mn-cs"/>
              </a:rPr>
              <a:t>THE WORLD’S #1 NAMING COMPANY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DA24EE-207E-70D9-8263-D68A4BCEDAE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1"/>
            <a:ext cx="9144000" cy="20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526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</p:sldLayoutIdLst>
  <p:txStyles>
    <p:titleStyle>
      <a:lvl1pPr marL="119063" indent="0" algn="l" defTabSz="914400" rtl="0" eaLnBrk="1" latinLnBrk="0" hangingPunct="1">
        <a:lnSpc>
          <a:spcPct val="90000"/>
        </a:lnSpc>
        <a:spcBef>
          <a:spcPct val="0"/>
        </a:spcBef>
        <a:buNone/>
        <a:tabLst/>
        <a:defRPr sz="2800" b="0" i="0" kern="1200">
          <a:solidFill>
            <a:srgbClr val="1D3D7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D826AD57-2681-49A1-81B7-5067EF7A501F}"/>
              </a:ext>
            </a:extLst>
          </p:cNvPr>
          <p:cNvSpPr txBox="1"/>
          <p:nvPr/>
        </p:nvSpPr>
        <p:spPr>
          <a:xfrm>
            <a:off x="450850" y="5181600"/>
            <a:ext cx="4089400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[New Name Candidates]</a:t>
            </a:r>
          </a:p>
        </p:txBody>
      </p:sp>
      <p:sp>
        <p:nvSpPr>
          <p:cNvPr id="38915" name="TextBox 24">
            <a:extLst>
              <a:ext uri="{FF2B5EF4-FFF2-40B4-BE49-F238E27FC236}">
                <a16:creationId xmlns:a16="http://schemas.microsoft.com/office/drawing/2014/main" id="{ECEDE5DB-20EA-43C2-8008-64C773B374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9813" y="5715000"/>
            <a:ext cx="8080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Neutral</a:t>
            </a:r>
          </a:p>
        </p:txBody>
      </p:sp>
      <p:sp>
        <p:nvSpPr>
          <p:cNvPr id="38916" name="TextBox 25">
            <a:extLst>
              <a:ext uri="{FF2B5EF4-FFF2-40B4-BE49-F238E27FC236}">
                <a16:creationId xmlns:a16="http://schemas.microsoft.com/office/drawing/2014/main" id="{5E406B74-2561-4683-B6C3-AB6D8BC5C2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732463"/>
            <a:ext cx="9175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Negative</a:t>
            </a:r>
          </a:p>
        </p:txBody>
      </p:sp>
      <p:sp>
        <p:nvSpPr>
          <p:cNvPr id="38917" name="Oval 33">
            <a:extLst>
              <a:ext uri="{FF2B5EF4-FFF2-40B4-BE49-F238E27FC236}">
                <a16:creationId xmlns:a16="http://schemas.microsoft.com/office/drawing/2014/main" id="{4F6A849B-E55F-4DAE-90EF-213538B25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0" y="58070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18" name="Oval 34">
            <a:extLst>
              <a:ext uri="{FF2B5EF4-FFF2-40B4-BE49-F238E27FC236}">
                <a16:creationId xmlns:a16="http://schemas.microsoft.com/office/drawing/2014/main" id="{3A2858B2-C6D2-4E9D-80FD-F5690BD18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9200" y="5808663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19" name="TextBox 1">
            <a:extLst>
              <a:ext uri="{FF2B5EF4-FFF2-40B4-BE49-F238E27FC236}">
                <a16:creationId xmlns:a16="http://schemas.microsoft.com/office/drawing/2014/main" id="{17FC7D5B-A5FC-4D5B-A74B-6233B97B56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937" y="125749"/>
            <a:ext cx="85566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dirty="0">
                <a:solidFill>
                  <a:srgbClr val="1D3D7C"/>
                </a:solidFill>
                <a:latin typeface="+mn-lt"/>
                <a:ea typeface="+mj-ea"/>
                <a:cs typeface="+mj-cs"/>
              </a:rPr>
              <a:t>Category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7F7371-EAC2-4BF8-834B-14CC246CCA3D}"/>
              </a:ext>
            </a:extLst>
          </p:cNvPr>
          <p:cNvSpPr txBox="1"/>
          <p:nvPr/>
        </p:nvSpPr>
        <p:spPr>
          <a:xfrm>
            <a:off x="5029200" y="5181600"/>
            <a:ext cx="3941763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[Comments]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2B0A1C12-80DB-4488-9BB6-0054758974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149" y="1186776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8922" name="TextBox 24">
            <a:extLst>
              <a:ext uri="{FF2B5EF4-FFF2-40B4-BE49-F238E27FC236}">
                <a16:creationId xmlns:a16="http://schemas.microsoft.com/office/drawing/2014/main" id="{4B408D6D-DB44-431E-A941-5402F4FD1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5715000"/>
            <a:ext cx="8318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dirty="0">
                <a:latin typeface="Calibri" panose="020F0502020204030204" pitchFamily="34" charset="0"/>
              </a:rPr>
              <a:t>Positive</a:t>
            </a:r>
          </a:p>
        </p:txBody>
      </p:sp>
      <p:sp>
        <p:nvSpPr>
          <p:cNvPr id="38923" name="Oval 33">
            <a:extLst>
              <a:ext uri="{FF2B5EF4-FFF2-40B4-BE49-F238E27FC236}">
                <a16:creationId xmlns:a16="http://schemas.microsoft.com/office/drawing/2014/main" id="{0F59DEC6-B1C8-4B91-A1E0-64D6EC06A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58070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24" name="TextBox 1">
            <a:extLst>
              <a:ext uri="{FF2B5EF4-FFF2-40B4-BE49-F238E27FC236}">
                <a16:creationId xmlns:a16="http://schemas.microsoft.com/office/drawing/2014/main" id="{1AE62EC5-9F80-47BA-91C4-2DB33005CF4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67339" y="1243642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51" name="TextBox 1">
            <a:extLst>
              <a:ext uri="{FF2B5EF4-FFF2-40B4-BE49-F238E27FC236}">
                <a16:creationId xmlns:a16="http://schemas.microsoft.com/office/drawing/2014/main" id="{65CC7D01-43CA-49F4-98EE-5971FC83234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67339" y="1660714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52" name="TextBox 1">
            <a:extLst>
              <a:ext uri="{FF2B5EF4-FFF2-40B4-BE49-F238E27FC236}">
                <a16:creationId xmlns:a16="http://schemas.microsoft.com/office/drawing/2014/main" id="{C858B04C-110A-4D4D-9054-27221008072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75416" y="2103356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53" name="TextBox 1">
            <a:extLst>
              <a:ext uri="{FF2B5EF4-FFF2-40B4-BE49-F238E27FC236}">
                <a16:creationId xmlns:a16="http://schemas.microsoft.com/office/drawing/2014/main" id="{61F05B00-E271-46C8-B9D8-C600D9521F4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88944" y="2528006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54" name="TextBox 1">
            <a:extLst>
              <a:ext uri="{FF2B5EF4-FFF2-40B4-BE49-F238E27FC236}">
                <a16:creationId xmlns:a16="http://schemas.microsoft.com/office/drawing/2014/main" id="{0B7A8DB2-15B2-4A0A-B2F8-10F885C24FA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82250" y="2929468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55" name="TextBox 1">
            <a:extLst>
              <a:ext uri="{FF2B5EF4-FFF2-40B4-BE49-F238E27FC236}">
                <a16:creationId xmlns:a16="http://schemas.microsoft.com/office/drawing/2014/main" id="{513ECA1D-09D9-4202-B0F4-47EC459A296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96161" y="3332786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56" name="TextBox 1">
            <a:extLst>
              <a:ext uri="{FF2B5EF4-FFF2-40B4-BE49-F238E27FC236}">
                <a16:creationId xmlns:a16="http://schemas.microsoft.com/office/drawing/2014/main" id="{F495D3BA-B6CC-4E31-A5EA-4CB73B70D6E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51737" y="3794525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57" name="TextBox 1">
            <a:extLst>
              <a:ext uri="{FF2B5EF4-FFF2-40B4-BE49-F238E27FC236}">
                <a16:creationId xmlns:a16="http://schemas.microsoft.com/office/drawing/2014/main" id="{21259B07-A3CB-4446-A37E-A79835C6AC7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67339" y="4226523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58" name="TextBox 1">
            <a:extLst>
              <a:ext uri="{FF2B5EF4-FFF2-40B4-BE49-F238E27FC236}">
                <a16:creationId xmlns:a16="http://schemas.microsoft.com/office/drawing/2014/main" id="{87E13CF1-09E7-4612-B874-93DB2BA147B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51737" y="4668719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59" name="TextBox 3">
            <a:extLst>
              <a:ext uri="{FF2B5EF4-FFF2-40B4-BE49-F238E27FC236}">
                <a16:creationId xmlns:a16="http://schemas.microsoft.com/office/drawing/2014/main" id="{A99E000A-985C-4D79-B7FA-3BEB03AC14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0635" y="1127100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0" name="TextBox 1">
            <a:extLst>
              <a:ext uri="{FF2B5EF4-FFF2-40B4-BE49-F238E27FC236}">
                <a16:creationId xmlns:a16="http://schemas.microsoft.com/office/drawing/2014/main" id="{4BE9C5AD-00A4-4950-A4BB-BD7BADB228F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71597" y="1215825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61" name="TextBox 1">
            <a:extLst>
              <a:ext uri="{FF2B5EF4-FFF2-40B4-BE49-F238E27FC236}">
                <a16:creationId xmlns:a16="http://schemas.microsoft.com/office/drawing/2014/main" id="{C7EC3833-E82F-4422-B949-C0983854BD8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77358" y="1635425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69" name="TextBox 3">
            <a:extLst>
              <a:ext uri="{FF2B5EF4-FFF2-40B4-BE49-F238E27FC236}">
                <a16:creationId xmlns:a16="http://schemas.microsoft.com/office/drawing/2014/main" id="{BE3AD6D8-BE65-4DAF-89DB-00A50D3EB2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9585" y="777825"/>
            <a:ext cx="1795252" cy="4692675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330274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23427d8a725826adad8c81745327cd03b527b30"/>
  <p:tag name="ISPRING_RESOURCE_PATHS_HASH_PRESENTER" val="a879f9ffcf2a1890cedd1b0be567bf5b33ce22c"/>
</p:tagLst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BI-THEME</Template>
  <TotalTime>5119</TotalTime>
  <Words>52</Words>
  <Application>Microsoft Office PowerPoint</Application>
  <PresentationFormat>On-screen Show (4:3)</PresentationFormat>
  <Paragraphs>57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Arial Narrow</vt:lpstr>
      <vt:lpstr>Calibri</vt:lpstr>
      <vt:lpstr>Calibri Light</vt:lpstr>
      <vt:lpstr>Courier New</vt:lpstr>
      <vt:lpstr>Verdana</vt:lpstr>
      <vt:lpstr>Wingdings</vt:lpstr>
      <vt:lpstr>1_Office Theme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pboothkur</dc:creator>
  <cp:lastModifiedBy>Lokesh N. Venkateswarlu</cp:lastModifiedBy>
  <cp:revision>1100</cp:revision>
  <dcterms:created xsi:type="dcterms:W3CDTF">2013-08-08T20:48:04Z</dcterms:created>
  <dcterms:modified xsi:type="dcterms:W3CDTF">2023-03-06T21:56:44Z</dcterms:modified>
</cp:coreProperties>
</file>