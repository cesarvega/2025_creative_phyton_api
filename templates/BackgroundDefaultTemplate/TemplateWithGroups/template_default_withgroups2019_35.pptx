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5" r:id="rId1"/>
  </p:sldMasterIdLst>
  <p:notesMasterIdLst>
    <p:notesMasterId r:id="rId3"/>
  </p:notesMasterIdLst>
  <p:handoutMasterIdLst>
    <p:handoutMasterId r:id="rId4"/>
  </p:handoutMasterIdLst>
  <p:sldIdLst>
    <p:sldId id="438" r:id="rId2"/>
  </p:sldIdLst>
  <p:sldSz cx="9144000" cy="6858000" type="screen4x3"/>
  <p:notesSz cx="6858000" cy="9144000"/>
  <p:custDataLst>
    <p:tags r:id="rId5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912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497D"/>
    <a:srgbClr val="004684"/>
    <a:srgbClr val="718DB6"/>
    <a:srgbClr val="0000A4"/>
    <a:srgbClr val="00487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4796" autoAdjust="0"/>
    <p:restoredTop sz="94689"/>
  </p:normalViewPr>
  <p:slideViewPr>
    <p:cSldViewPr>
      <p:cViewPr varScale="1">
        <p:scale>
          <a:sx n="67" d="100"/>
          <a:sy n="67" d="100"/>
        </p:scale>
        <p:origin x="1292" y="56"/>
      </p:cViewPr>
      <p:guideLst>
        <p:guide orient="horz" pos="912"/>
        <p:guide pos="2880"/>
      </p:guideLst>
    </p:cSldViewPr>
  </p:slideViewPr>
  <p:notesTextViewPr>
    <p:cViewPr>
      <p:scale>
        <a:sx n="66" d="100"/>
        <a:sy n="66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86" d="100"/>
          <a:sy n="86" d="100"/>
        </p:scale>
        <p:origin x="3786" y="7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tags" Target="tags/tag1.xml"/><Relationship Id="rId4" Type="http://schemas.openxmlformats.org/officeDocument/2006/relationships/handoutMaster" Target="handoutMasters/handout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4A15E3AF-102E-4D19-A182-7F5B6FCB25B1}" type="datetimeFigureOut">
              <a:rPr lang="en-US"/>
              <a:pPr>
                <a:defRPr/>
              </a:pPr>
              <a:t>3/7/2023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ED719942-ED09-4263-941C-FC021E31605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99224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82CD5935-38B4-43D9-A105-A758A60B4D7A}" type="datetimeFigureOut">
              <a:rPr lang="en-US"/>
              <a:pPr>
                <a:defRPr/>
              </a:pPr>
              <a:t>3/7/2023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6D5DC445-C859-43E9-9105-DBF80A30F38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240180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0E33678E-6B84-4F06-A10E-CB50C74804E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1A7028A0-5D20-4B22-B973-9F4D51FCD80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949267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iff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0D71131-4ECE-B942-A0DC-054D437E9B0B}"/>
              </a:ext>
            </a:extLst>
          </p:cNvPr>
          <p:cNvCxnSpPr>
            <a:cxnSpLocks/>
          </p:cNvCxnSpPr>
          <p:nvPr userDrawn="1"/>
        </p:nvCxnSpPr>
        <p:spPr>
          <a:xfrm>
            <a:off x="0" y="4506513"/>
            <a:ext cx="91440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499DF1A-D378-D447-AB56-FD56CAB3E3C4}"/>
              </a:ext>
            </a:extLst>
          </p:cNvPr>
          <p:cNvSpPr txBox="1"/>
          <p:nvPr userDrawn="1"/>
        </p:nvSpPr>
        <p:spPr>
          <a:xfrm>
            <a:off x="3502381" y="4364057"/>
            <a:ext cx="2139239" cy="276999"/>
          </a:xfrm>
          <a:prstGeom prst="rect">
            <a:avLst/>
          </a:prstGeom>
          <a:solidFill>
            <a:srgbClr val="FFFFFF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PROPRIETARY</a:t>
            </a:r>
            <a:r>
              <a:rPr lang="en-US" sz="1200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 &amp; CONFIDENTIAL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latin typeface="+mj-lt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69E4BC1-3F05-094B-89FD-0579DDBF09D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6700" y="340862"/>
            <a:ext cx="1453243" cy="104427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023C985-F009-6846-B96F-8FBD324A3B5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62674" y="383572"/>
            <a:ext cx="1829866" cy="95885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30BED47-47C4-D00E-C305-0BF97A75DE9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1" y="1862381"/>
            <a:ext cx="7504044" cy="2384641"/>
          </a:xfrm>
          <a:prstGeom prst="rect">
            <a:avLst/>
          </a:prstGeom>
        </p:spPr>
      </p:pic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07FAE7CB-3DE8-8342-AE7F-02471C746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690" y="2260355"/>
            <a:ext cx="5764450" cy="161887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840ECDF-4C80-1A15-A8C1-621F199A339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0400" y="1726323"/>
            <a:ext cx="3372748" cy="3067426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639932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30417"/>
            <a:ext cx="7772400" cy="1979546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7099713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/>
            </a:lvl1pPr>
            <a:lvl2pPr marL="685800" indent="-228600">
              <a:buFont typeface="Courier New" panose="02070309020205020404" pitchFamily="49" charset="0"/>
              <a:buChar char="o"/>
              <a:defRPr/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225637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3D7CC22-D37D-4592-8D37-77FED04B97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4108" y="1110753"/>
            <a:ext cx="8757012" cy="4744836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/>
            </a:lvl1pPr>
            <a:lvl2pPr marL="685800" indent="-228600">
              <a:buFont typeface="Courier New" panose="02070309020205020404" pitchFamily="49" charset="0"/>
              <a:buChar char="o"/>
              <a:defRPr/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B0E9D1-7040-5591-67C1-AFD5B0503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10043"/>
            <a:ext cx="9144000" cy="78216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588865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36A39-38B9-4652-A846-D70DB2A51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10043"/>
            <a:ext cx="9144000" cy="78216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607822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0E9D1-7040-5591-67C1-AFD5B0503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20203"/>
            <a:ext cx="9144000" cy="78216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8238CB3-9E3E-9B99-A76A-AE2A35EA0B51}"/>
              </a:ext>
            </a:extLst>
          </p:cNvPr>
          <p:cNvSpPr/>
          <p:nvPr userDrawn="1"/>
        </p:nvSpPr>
        <p:spPr>
          <a:xfrm>
            <a:off x="0" y="5854148"/>
            <a:ext cx="9144000" cy="10038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3D7CC22-D37D-4592-8D37-77FED04B97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4108" y="1222513"/>
            <a:ext cx="8757012" cy="4744836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/>
            </a:lvl1pPr>
            <a:lvl2pPr marL="685800" indent="-228600">
              <a:buFont typeface="Courier New" panose="02070309020205020404" pitchFamily="49" charset="0"/>
              <a:buChar char="o"/>
              <a:defRPr/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644805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F08E89-E03A-325B-25A6-DB62B0631E59}"/>
              </a:ext>
            </a:extLst>
          </p:cNvPr>
          <p:cNvSpPr/>
          <p:nvPr userDrawn="1"/>
        </p:nvSpPr>
        <p:spPr>
          <a:xfrm>
            <a:off x="0" y="5854148"/>
            <a:ext cx="9144000" cy="10038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38500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793025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516837"/>
            <a:ext cx="7886700" cy="1004889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41709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A0802D-63C1-4FCC-8AA5-7FD15DC176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9144000" cy="827772"/>
          </a:xfrm>
          <a:prstGeom prst="rect">
            <a:avLst/>
          </a:prstGeom>
        </p:spPr>
        <p:txBody>
          <a:bodyPr vert="horz" lIns="27432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906953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Placeholder 1">
            <a:extLst>
              <a:ext uri="{FF2B5EF4-FFF2-40B4-BE49-F238E27FC236}">
                <a16:creationId xmlns:a16="http://schemas.microsoft.com/office/drawing/2014/main" id="{532FCAEA-B4CE-4571-9F06-1A63F756D6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10043"/>
            <a:ext cx="9144000" cy="782166"/>
          </a:xfrm>
          <a:prstGeom prst="rect">
            <a:avLst/>
          </a:prstGeom>
        </p:spPr>
        <p:txBody>
          <a:bodyPr vert="horz" lIns="27432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73C1914A-7211-4CB1-BB7C-3AF6FCCB61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4108" y="1127760"/>
            <a:ext cx="8757012" cy="4849527"/>
          </a:xfrm>
          <a:prstGeom prst="rect">
            <a:avLst/>
          </a:prstGeom>
          <a:noFill/>
          <a:effectLst>
            <a:softEdge rad="38100"/>
          </a:effectLst>
        </p:spPr>
        <p:txBody>
          <a:bodyPr vert="horz" lIns="182880" tIns="182880" rIns="18288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21B545F3-0827-4A51-B162-0E701A9E903D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4108" y="6064198"/>
            <a:ext cx="883548" cy="634899"/>
          </a:xfrm>
          <a:prstGeom prst="rect">
            <a:avLst/>
          </a:prstGeom>
        </p:spPr>
      </p:pic>
      <p:sp>
        <p:nvSpPr>
          <p:cNvPr id="26" name="TextBox 12">
            <a:extLst>
              <a:ext uri="{FF2B5EF4-FFF2-40B4-BE49-F238E27FC236}">
                <a16:creationId xmlns:a16="http://schemas.microsoft.com/office/drawing/2014/main" id="{A147E1CD-8774-483C-AB12-43438CB00E89}"/>
              </a:ext>
            </a:extLst>
          </p:cNvPr>
          <p:cNvSpPr txBox="1"/>
          <p:nvPr userDrawn="1"/>
        </p:nvSpPr>
        <p:spPr>
          <a:xfrm>
            <a:off x="6869340" y="6314442"/>
            <a:ext cx="21392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  <a:latin typeface="+mj-lt"/>
              </a:rPr>
              <a:t>PROPRIETARY</a:t>
            </a:r>
            <a:r>
              <a:rPr lang="en-US" sz="1200" baseline="0" dirty="0">
                <a:solidFill>
                  <a:schemeClr val="bg1">
                    <a:lumMod val="75000"/>
                  </a:schemeClr>
                </a:solidFill>
                <a:latin typeface="+mj-lt"/>
              </a:rPr>
              <a:t> &amp; CONFIDENTIAL</a:t>
            </a:r>
            <a:endParaRPr lang="en-US" sz="1200" dirty="0">
              <a:solidFill>
                <a:schemeClr val="bg1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34C86A1-3A64-4DB2-8BE6-AF0A311D45A1}"/>
              </a:ext>
            </a:extLst>
          </p:cNvPr>
          <p:cNvSpPr txBox="1"/>
          <p:nvPr userDrawn="1"/>
        </p:nvSpPr>
        <p:spPr>
          <a:xfrm>
            <a:off x="8627294" y="132569"/>
            <a:ext cx="4765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364B33D-2A9C-4398-A227-C3E0D41962E9}" type="slidenum">
              <a:rPr lang="en-US" sz="1400" smtClean="0">
                <a:solidFill>
                  <a:schemeClr val="bg1"/>
                </a:solidFill>
              </a:rPr>
              <a:pPr algn="ctr"/>
              <a:t>‹#›</a:t>
            </a:fld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8" name="TextBox 12">
            <a:extLst>
              <a:ext uri="{FF2B5EF4-FFF2-40B4-BE49-F238E27FC236}">
                <a16:creationId xmlns:a16="http://schemas.microsoft.com/office/drawing/2014/main" id="{323D9BAD-112B-4B25-98BD-4566C69D0021}"/>
              </a:ext>
            </a:extLst>
          </p:cNvPr>
          <p:cNvSpPr txBox="1"/>
          <p:nvPr userDrawn="1"/>
        </p:nvSpPr>
        <p:spPr>
          <a:xfrm>
            <a:off x="1233261" y="6314442"/>
            <a:ext cx="24843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kern="1200" dirty="0">
                <a:solidFill>
                  <a:schemeClr val="bg1">
                    <a:lumMod val="75000"/>
                  </a:schemeClr>
                </a:solidFill>
                <a:latin typeface="+mj-lt"/>
                <a:ea typeface="+mn-ea"/>
                <a:cs typeface="+mn-cs"/>
              </a:rPr>
              <a:t>THE WORLD’S #1 NAMING COMPANY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1DA24EE-207E-70D9-8263-D68A4BCEDAE3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1"/>
            <a:ext cx="9144000" cy="203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48664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</p:sldLayoutIdLst>
  <p:txStyles>
    <p:titleStyle>
      <a:lvl1pPr marL="119063" indent="0" algn="l" defTabSz="914400" rtl="0" eaLnBrk="1" latinLnBrk="0" hangingPunct="1">
        <a:lnSpc>
          <a:spcPct val="90000"/>
        </a:lnSpc>
        <a:spcBef>
          <a:spcPct val="0"/>
        </a:spcBef>
        <a:buNone/>
        <a:tabLst/>
        <a:defRPr sz="2800" b="0" i="0" kern="1200">
          <a:solidFill>
            <a:srgbClr val="1D3D7C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Courier New" panose="02070309020205020404" pitchFamily="49" charset="0"/>
        <a:buChar char="o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D826AD57-2681-49A1-81B7-5067EF7A501F}"/>
              </a:ext>
            </a:extLst>
          </p:cNvPr>
          <p:cNvSpPr txBox="1"/>
          <p:nvPr/>
        </p:nvSpPr>
        <p:spPr>
          <a:xfrm>
            <a:off x="450850" y="5105400"/>
            <a:ext cx="4089400" cy="492125"/>
          </a:xfrm>
          <a:prstGeom prst="rect">
            <a:avLst/>
          </a:prstGeom>
          <a:noFill/>
          <a:ln w="25400">
            <a:solidFill>
              <a:schemeClr val="bg1">
                <a:lumMod val="65000"/>
              </a:schemeClr>
            </a:solidFill>
          </a:ln>
        </p:spPr>
        <p:txBody>
          <a:bodyPr tIns="91440" bIns="91440">
            <a:spAutoFit/>
          </a:bodyPr>
          <a:lstStyle/>
          <a:p>
            <a:pPr algn="ctr" eaLnBrk="1" hangingPunct="1">
              <a:defRPr/>
            </a:pPr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cs typeface="Arial" charset="0"/>
              </a:rPr>
              <a:t>[New Name Candidates]</a:t>
            </a:r>
          </a:p>
        </p:txBody>
      </p:sp>
      <p:sp>
        <p:nvSpPr>
          <p:cNvPr id="38915" name="TextBox 24">
            <a:extLst>
              <a:ext uri="{FF2B5EF4-FFF2-40B4-BE49-F238E27FC236}">
                <a16:creationId xmlns:a16="http://schemas.microsoft.com/office/drawing/2014/main" id="{ECEDE5DB-20EA-43C2-8008-64C773B374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9813" y="5715000"/>
            <a:ext cx="808037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>
                <a:latin typeface="Calibri" panose="020F0502020204030204" pitchFamily="34" charset="0"/>
              </a:rPr>
              <a:t>Neutral</a:t>
            </a:r>
          </a:p>
        </p:txBody>
      </p:sp>
      <p:sp>
        <p:nvSpPr>
          <p:cNvPr id="38916" name="TextBox 25">
            <a:extLst>
              <a:ext uri="{FF2B5EF4-FFF2-40B4-BE49-F238E27FC236}">
                <a16:creationId xmlns:a16="http://schemas.microsoft.com/office/drawing/2014/main" id="{5E406B74-2561-4683-B6C3-AB6D8BC5C2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6200" y="5732463"/>
            <a:ext cx="9175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>
                <a:latin typeface="Calibri" panose="020F0502020204030204" pitchFamily="34" charset="0"/>
              </a:rPr>
              <a:t>Negative</a:t>
            </a:r>
          </a:p>
        </p:txBody>
      </p:sp>
      <p:sp>
        <p:nvSpPr>
          <p:cNvPr id="38917" name="Oval 33">
            <a:extLst>
              <a:ext uri="{FF2B5EF4-FFF2-40B4-BE49-F238E27FC236}">
                <a16:creationId xmlns:a16="http://schemas.microsoft.com/office/drawing/2014/main" id="{4F6A849B-E55F-4DAE-90EF-213538B251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1700" y="5807075"/>
            <a:ext cx="152400" cy="1524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1200">
              <a:latin typeface="Arial Narrow" panose="020B0606020202030204" pitchFamily="34" charset="0"/>
            </a:endParaRPr>
          </a:p>
        </p:txBody>
      </p:sp>
      <p:sp>
        <p:nvSpPr>
          <p:cNvPr id="38918" name="Oval 34">
            <a:extLst>
              <a:ext uri="{FF2B5EF4-FFF2-40B4-BE49-F238E27FC236}">
                <a16:creationId xmlns:a16="http://schemas.microsoft.com/office/drawing/2014/main" id="{3A2858B2-C6D2-4E9D-80FD-F5690BD182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69200" y="5808663"/>
            <a:ext cx="152400" cy="1524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1200">
              <a:latin typeface="Arial Narrow" panose="020B0606020202030204" pitchFamily="34" charset="0"/>
            </a:endParaRPr>
          </a:p>
        </p:txBody>
      </p:sp>
      <p:sp>
        <p:nvSpPr>
          <p:cNvPr id="38919" name="TextBox 1">
            <a:extLst>
              <a:ext uri="{FF2B5EF4-FFF2-40B4-BE49-F238E27FC236}">
                <a16:creationId xmlns:a16="http://schemas.microsoft.com/office/drawing/2014/main" id="{17FC7D5B-A5FC-4D5B-A74B-6233B97B56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859" y="145270"/>
            <a:ext cx="855662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dirty="0">
                <a:solidFill>
                  <a:srgbClr val="1F497D"/>
                </a:solidFill>
                <a:latin typeface="+mn-lt"/>
                <a:ea typeface="+mj-ea"/>
                <a:cs typeface="+mj-cs"/>
              </a:rPr>
              <a:t>Category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F7F7371-EAC2-4BF8-834B-14CC246CCA3D}"/>
              </a:ext>
            </a:extLst>
          </p:cNvPr>
          <p:cNvSpPr txBox="1"/>
          <p:nvPr/>
        </p:nvSpPr>
        <p:spPr>
          <a:xfrm>
            <a:off x="5029200" y="5105400"/>
            <a:ext cx="3941763" cy="492125"/>
          </a:xfrm>
          <a:prstGeom prst="rect">
            <a:avLst/>
          </a:prstGeom>
          <a:noFill/>
          <a:ln w="25400">
            <a:solidFill>
              <a:schemeClr val="bg1">
                <a:lumMod val="65000"/>
              </a:schemeClr>
            </a:solidFill>
          </a:ln>
        </p:spPr>
        <p:txBody>
          <a:bodyPr tIns="91440" bIns="91440">
            <a:spAutoFit/>
          </a:bodyPr>
          <a:lstStyle/>
          <a:p>
            <a:pPr algn="ctr" eaLnBrk="1" hangingPunct="1">
              <a:defRPr/>
            </a:pPr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cs typeface="Arial" charset="0"/>
              </a:rPr>
              <a:t>[Comments]</a:t>
            </a:r>
          </a:p>
        </p:txBody>
      </p:sp>
      <p:sp>
        <p:nvSpPr>
          <p:cNvPr id="38922" name="TextBox 24">
            <a:extLst>
              <a:ext uri="{FF2B5EF4-FFF2-40B4-BE49-F238E27FC236}">
                <a16:creationId xmlns:a16="http://schemas.microsoft.com/office/drawing/2014/main" id="{4B408D6D-DB44-431E-A941-5402F4FD14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938" y="5715000"/>
            <a:ext cx="8318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>
                <a:latin typeface="Calibri" panose="020F0502020204030204" pitchFamily="34" charset="0"/>
              </a:rPr>
              <a:t>Positive</a:t>
            </a:r>
          </a:p>
        </p:txBody>
      </p:sp>
      <p:sp>
        <p:nvSpPr>
          <p:cNvPr id="38923" name="Oval 33">
            <a:extLst>
              <a:ext uri="{FF2B5EF4-FFF2-40B4-BE49-F238E27FC236}">
                <a16:creationId xmlns:a16="http://schemas.microsoft.com/office/drawing/2014/main" id="{0F59DEC6-B1C8-4B91-A1E0-64D6EC06A3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825" y="5807075"/>
            <a:ext cx="152400" cy="1524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1200">
              <a:latin typeface="Arial Narrow" panose="020B0606020202030204" pitchFamily="34" charset="0"/>
            </a:endParaRPr>
          </a:p>
        </p:txBody>
      </p:sp>
      <p:sp>
        <p:nvSpPr>
          <p:cNvPr id="42" name="TextBox 3">
            <a:extLst>
              <a:ext uri="{FF2B5EF4-FFF2-40B4-BE49-F238E27FC236}">
                <a16:creationId xmlns:a16="http://schemas.microsoft.com/office/drawing/2014/main" id="{DB1B61A5-C1B1-439F-9C4D-57D52DD581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7590" y="1170222"/>
            <a:ext cx="1795252" cy="4343400"/>
          </a:xfrm>
          <a:prstGeom prst="rect">
            <a:avLst/>
          </a:prstGeom>
          <a:noFill/>
          <a:ln>
            <a:noFill/>
          </a:ln>
        </p:spPr>
        <p:txBody>
          <a:bodyPr numCol="2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43" name="TextBox 3">
            <a:extLst>
              <a:ext uri="{FF2B5EF4-FFF2-40B4-BE49-F238E27FC236}">
                <a16:creationId xmlns:a16="http://schemas.microsoft.com/office/drawing/2014/main" id="{9C7CFAA9-BDF1-426B-939F-D42D9DA219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8920" y="1184275"/>
            <a:ext cx="1795252" cy="4343400"/>
          </a:xfrm>
          <a:prstGeom prst="rect">
            <a:avLst/>
          </a:prstGeom>
          <a:noFill/>
          <a:ln>
            <a:noFill/>
          </a:ln>
        </p:spPr>
        <p:txBody>
          <a:bodyPr numCol="2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44" name="TextBox 3">
            <a:extLst>
              <a:ext uri="{FF2B5EF4-FFF2-40B4-BE49-F238E27FC236}">
                <a16:creationId xmlns:a16="http://schemas.microsoft.com/office/drawing/2014/main" id="{70E27634-BB73-4E6F-9E42-B4EFC65C86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1181100"/>
            <a:ext cx="1795252" cy="4343400"/>
          </a:xfrm>
          <a:prstGeom prst="rect">
            <a:avLst/>
          </a:prstGeom>
          <a:noFill/>
          <a:ln>
            <a:noFill/>
          </a:ln>
        </p:spPr>
        <p:txBody>
          <a:bodyPr numCol="2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45" name="TextBox 3">
            <a:extLst>
              <a:ext uri="{FF2B5EF4-FFF2-40B4-BE49-F238E27FC236}">
                <a16:creationId xmlns:a16="http://schemas.microsoft.com/office/drawing/2014/main" id="{9F4360EE-93A2-4E1D-A8FD-A20D211549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54391" y="1191816"/>
            <a:ext cx="1795252" cy="4343400"/>
          </a:xfrm>
          <a:prstGeom prst="rect">
            <a:avLst/>
          </a:prstGeom>
          <a:noFill/>
          <a:ln>
            <a:noFill/>
          </a:ln>
        </p:spPr>
        <p:txBody>
          <a:bodyPr numCol="2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46" name="TextBox 1">
            <a:extLst>
              <a:ext uri="{FF2B5EF4-FFF2-40B4-BE49-F238E27FC236}">
                <a16:creationId xmlns:a16="http://schemas.microsoft.com/office/drawing/2014/main" id="{7221DC13-C9D5-47FD-88ED-5324F25A72B9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941365" y="1342170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47" name="TextBox 1">
            <a:extLst>
              <a:ext uri="{FF2B5EF4-FFF2-40B4-BE49-F238E27FC236}">
                <a16:creationId xmlns:a16="http://schemas.microsoft.com/office/drawing/2014/main" id="{C2464421-747A-4330-A4ED-C14034036BD3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941366" y="1742143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48" name="TextBox 1">
            <a:extLst>
              <a:ext uri="{FF2B5EF4-FFF2-40B4-BE49-F238E27FC236}">
                <a16:creationId xmlns:a16="http://schemas.microsoft.com/office/drawing/2014/main" id="{305BB113-E493-44DC-B056-73382E6E89F1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924306" y="2184082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49" name="TextBox 1">
            <a:extLst>
              <a:ext uri="{FF2B5EF4-FFF2-40B4-BE49-F238E27FC236}">
                <a16:creationId xmlns:a16="http://schemas.microsoft.com/office/drawing/2014/main" id="{75A5478C-4287-4057-95C9-4B5BCB9C5E17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930545" y="2603063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70" name="TextBox 1">
            <a:extLst>
              <a:ext uri="{FF2B5EF4-FFF2-40B4-BE49-F238E27FC236}">
                <a16:creationId xmlns:a16="http://schemas.microsoft.com/office/drawing/2014/main" id="{CC40B443-D2C6-4C48-AD12-DE4ACF7DCC66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929648" y="3001087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71" name="TextBox 1">
            <a:extLst>
              <a:ext uri="{FF2B5EF4-FFF2-40B4-BE49-F238E27FC236}">
                <a16:creationId xmlns:a16="http://schemas.microsoft.com/office/drawing/2014/main" id="{0B9D6E6A-1368-4F50-B976-692588DF8A8A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929648" y="3436620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72" name="TextBox 1">
            <a:extLst>
              <a:ext uri="{FF2B5EF4-FFF2-40B4-BE49-F238E27FC236}">
                <a16:creationId xmlns:a16="http://schemas.microsoft.com/office/drawing/2014/main" id="{EFDA10A4-DEB0-499F-BEA3-82A8C3C03A51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917831" y="3844647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82" name="TextBox 1">
            <a:extLst>
              <a:ext uri="{FF2B5EF4-FFF2-40B4-BE49-F238E27FC236}">
                <a16:creationId xmlns:a16="http://schemas.microsoft.com/office/drawing/2014/main" id="{CDCEA13C-2423-4D95-BC2C-141E2A6CADC3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902951" y="4291825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83" name="TextBox 1">
            <a:extLst>
              <a:ext uri="{FF2B5EF4-FFF2-40B4-BE49-F238E27FC236}">
                <a16:creationId xmlns:a16="http://schemas.microsoft.com/office/drawing/2014/main" id="{2D80ACA9-D11A-4B01-A9EF-64701F2D9D02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932407" y="4713385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84" name="TextBox 1">
            <a:extLst>
              <a:ext uri="{FF2B5EF4-FFF2-40B4-BE49-F238E27FC236}">
                <a16:creationId xmlns:a16="http://schemas.microsoft.com/office/drawing/2014/main" id="{D1D85867-5D90-4B35-B8D3-1203820B77AD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2859981" y="1343325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85" name="TextBox 1">
            <a:extLst>
              <a:ext uri="{FF2B5EF4-FFF2-40B4-BE49-F238E27FC236}">
                <a16:creationId xmlns:a16="http://schemas.microsoft.com/office/drawing/2014/main" id="{9631130C-6998-44E8-A3D9-F20F8D20B1AE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2855102" y="1764885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86" name="TextBox 1">
            <a:extLst>
              <a:ext uri="{FF2B5EF4-FFF2-40B4-BE49-F238E27FC236}">
                <a16:creationId xmlns:a16="http://schemas.microsoft.com/office/drawing/2014/main" id="{488AFCD3-3DF4-484B-AC58-76ECA0E818A5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2855102" y="2184082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87" name="TextBox 1">
            <a:extLst>
              <a:ext uri="{FF2B5EF4-FFF2-40B4-BE49-F238E27FC236}">
                <a16:creationId xmlns:a16="http://schemas.microsoft.com/office/drawing/2014/main" id="{AAF27EA3-1C1D-49F6-8B48-F2376E0A52F7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2855101" y="2604218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88" name="TextBox 1">
            <a:extLst>
              <a:ext uri="{FF2B5EF4-FFF2-40B4-BE49-F238E27FC236}">
                <a16:creationId xmlns:a16="http://schemas.microsoft.com/office/drawing/2014/main" id="{B7F38AA2-7CB5-4E9E-8241-8C5F1A330536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2855100" y="3009489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89" name="TextBox 1">
            <a:extLst>
              <a:ext uri="{FF2B5EF4-FFF2-40B4-BE49-F238E27FC236}">
                <a16:creationId xmlns:a16="http://schemas.microsoft.com/office/drawing/2014/main" id="{77649B76-BCC7-4689-837E-4FB80D257FC1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2855099" y="3461872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90" name="TextBox 1">
            <a:extLst>
              <a:ext uri="{FF2B5EF4-FFF2-40B4-BE49-F238E27FC236}">
                <a16:creationId xmlns:a16="http://schemas.microsoft.com/office/drawing/2014/main" id="{4075B9D0-7E12-4EEF-B295-CFD9F12A2C43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2855099" y="3881069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91" name="TextBox 1">
            <a:extLst>
              <a:ext uri="{FF2B5EF4-FFF2-40B4-BE49-F238E27FC236}">
                <a16:creationId xmlns:a16="http://schemas.microsoft.com/office/drawing/2014/main" id="{3E47F12B-2220-421E-8912-7F472CE3FFD1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2835203" y="4294368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92" name="TextBox 1">
            <a:extLst>
              <a:ext uri="{FF2B5EF4-FFF2-40B4-BE49-F238E27FC236}">
                <a16:creationId xmlns:a16="http://schemas.microsoft.com/office/drawing/2014/main" id="{2382728B-9037-48E1-A572-F9EFD8B731FC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2855098" y="4706476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93" name="TextBox 1">
            <a:extLst>
              <a:ext uri="{FF2B5EF4-FFF2-40B4-BE49-F238E27FC236}">
                <a16:creationId xmlns:a16="http://schemas.microsoft.com/office/drawing/2014/main" id="{68C3EA5B-ECC9-4067-A260-76C4B31C754E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842691" y="1333500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94" name="TextBox 1">
            <a:extLst>
              <a:ext uri="{FF2B5EF4-FFF2-40B4-BE49-F238E27FC236}">
                <a16:creationId xmlns:a16="http://schemas.microsoft.com/office/drawing/2014/main" id="{A8FD509C-A0E4-436A-98A7-06B7685C5BCB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842691" y="1764884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95" name="TextBox 1">
            <a:extLst>
              <a:ext uri="{FF2B5EF4-FFF2-40B4-BE49-F238E27FC236}">
                <a16:creationId xmlns:a16="http://schemas.microsoft.com/office/drawing/2014/main" id="{24CF4E02-2D7F-4F1E-B259-CEC728B15559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842691" y="2184081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96" name="TextBox 1">
            <a:extLst>
              <a:ext uri="{FF2B5EF4-FFF2-40B4-BE49-F238E27FC236}">
                <a16:creationId xmlns:a16="http://schemas.microsoft.com/office/drawing/2014/main" id="{7FDA9DED-4891-496E-8625-56D845F21153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842690" y="2603063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97" name="TextBox 1">
            <a:extLst>
              <a:ext uri="{FF2B5EF4-FFF2-40B4-BE49-F238E27FC236}">
                <a16:creationId xmlns:a16="http://schemas.microsoft.com/office/drawing/2014/main" id="{697465F8-565A-48B0-9976-0231BEF5F7EA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842689" y="3022219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98" name="TextBox 1">
            <a:extLst>
              <a:ext uri="{FF2B5EF4-FFF2-40B4-BE49-F238E27FC236}">
                <a16:creationId xmlns:a16="http://schemas.microsoft.com/office/drawing/2014/main" id="{CDE8B662-37F1-45BA-A591-81CFF52CB78D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874754" y="3461872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99" name="TextBox 1">
            <a:extLst>
              <a:ext uri="{FF2B5EF4-FFF2-40B4-BE49-F238E27FC236}">
                <a16:creationId xmlns:a16="http://schemas.microsoft.com/office/drawing/2014/main" id="{93EBAB4D-3AFB-4C47-A859-C8688D85BCAA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842688" y="3895033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100" name="TextBox 1">
            <a:extLst>
              <a:ext uri="{FF2B5EF4-FFF2-40B4-BE49-F238E27FC236}">
                <a16:creationId xmlns:a16="http://schemas.microsoft.com/office/drawing/2014/main" id="{5F105B5B-C396-40BB-BA58-B6947647C26D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842688" y="4304588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101" name="TextBox 1">
            <a:extLst>
              <a:ext uri="{FF2B5EF4-FFF2-40B4-BE49-F238E27FC236}">
                <a16:creationId xmlns:a16="http://schemas.microsoft.com/office/drawing/2014/main" id="{079DC976-8000-41DC-BF93-833B0C5D82A2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842687" y="4713385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102" name="TextBox 1">
            <a:extLst>
              <a:ext uri="{FF2B5EF4-FFF2-40B4-BE49-F238E27FC236}">
                <a16:creationId xmlns:a16="http://schemas.microsoft.com/office/drawing/2014/main" id="{FC3487E7-A15E-48C1-86B7-B2E795F362E9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971859" y="1322784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103" name="TextBox 1">
            <a:extLst>
              <a:ext uri="{FF2B5EF4-FFF2-40B4-BE49-F238E27FC236}">
                <a16:creationId xmlns:a16="http://schemas.microsoft.com/office/drawing/2014/main" id="{4507E487-3541-43AB-B6C9-EFE0E9391A37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971689" y="1761807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104" name="TextBox 1">
            <a:extLst>
              <a:ext uri="{FF2B5EF4-FFF2-40B4-BE49-F238E27FC236}">
                <a16:creationId xmlns:a16="http://schemas.microsoft.com/office/drawing/2014/main" id="{379DAC82-A73C-489C-AC89-8F4B3294E5FC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965825" y="2176026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105" name="TextBox 1">
            <a:extLst>
              <a:ext uri="{FF2B5EF4-FFF2-40B4-BE49-F238E27FC236}">
                <a16:creationId xmlns:a16="http://schemas.microsoft.com/office/drawing/2014/main" id="{29974F9A-5F69-41F0-BE5D-C8B451DE5E88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965825" y="2615049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106" name="TextBox 1">
            <a:extLst>
              <a:ext uri="{FF2B5EF4-FFF2-40B4-BE49-F238E27FC236}">
                <a16:creationId xmlns:a16="http://schemas.microsoft.com/office/drawing/2014/main" id="{4AFFDE20-FB46-45A8-87AD-069A9ABCAF86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965825" y="3022037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107" name="TextBox 1">
            <a:extLst>
              <a:ext uri="{FF2B5EF4-FFF2-40B4-BE49-F238E27FC236}">
                <a16:creationId xmlns:a16="http://schemas.microsoft.com/office/drawing/2014/main" id="{C91C9617-7AF2-4F3E-A34A-5DBD98550EAA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965825" y="3471703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108" name="TextBox 1">
            <a:extLst>
              <a:ext uri="{FF2B5EF4-FFF2-40B4-BE49-F238E27FC236}">
                <a16:creationId xmlns:a16="http://schemas.microsoft.com/office/drawing/2014/main" id="{4A6FDA97-901D-450A-95FA-575EDAD3A368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965825" y="3890806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109" name="TextBox 1">
            <a:extLst>
              <a:ext uri="{FF2B5EF4-FFF2-40B4-BE49-F238E27FC236}">
                <a16:creationId xmlns:a16="http://schemas.microsoft.com/office/drawing/2014/main" id="{88619A29-FF04-4F4C-B0A6-5180820624A4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965825" y="4312831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</p:spTree>
    <p:extLst>
      <p:ext uri="{BB962C8B-B14F-4D97-AF65-F5344CB8AC3E}">
        <p14:creationId xmlns:p14="http://schemas.microsoft.com/office/powerpoint/2010/main" val="2918330274"/>
      </p:ext>
    </p:extLst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" val="23427d8a725826adad8c81745327cd03b527b30"/>
  <p:tag name="ISPRING_RESOURCE_PATHS_HASH_PRESENTER" val="a879f9ffcf2a1890cedd1b0be567bf5b33ce22c"/>
</p:tagLst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BI-THEME</Template>
  <TotalTime>5009</TotalTime>
  <Words>118</Words>
  <Application>Microsoft Office PowerPoint</Application>
  <PresentationFormat>On-screen Show (4:3)</PresentationFormat>
  <Paragraphs>109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Arial</vt:lpstr>
      <vt:lpstr>Arial Narrow</vt:lpstr>
      <vt:lpstr>Calibri</vt:lpstr>
      <vt:lpstr>Calibri Light</vt:lpstr>
      <vt:lpstr>Courier New</vt:lpstr>
      <vt:lpstr>Verdana</vt:lpstr>
      <vt:lpstr>Wingdings</vt:lpstr>
      <vt:lpstr>1_Office Theme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pboothkur</dc:creator>
  <cp:lastModifiedBy>Lokesh N. Venkateswarlu</cp:lastModifiedBy>
  <cp:revision>1096</cp:revision>
  <dcterms:created xsi:type="dcterms:W3CDTF">2013-08-08T20:48:04Z</dcterms:created>
  <dcterms:modified xsi:type="dcterms:W3CDTF">2023-03-07T18:00:12Z</dcterms:modified>
</cp:coreProperties>
</file>