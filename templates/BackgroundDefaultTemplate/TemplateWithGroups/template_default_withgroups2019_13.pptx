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63" d="100"/>
          <a:sy n="63" d="100"/>
        </p:scale>
        <p:origin x="140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8268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36010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115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2018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8081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6158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49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57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36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133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760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0024" y="5812939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411" y="5830402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911" y="5905014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411" y="5906602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5749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5812939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036" y="5905014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243642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1660714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75416" y="210335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8944" y="252800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82250" y="2929468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96161" y="333278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37945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67339" y="4226523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51737" y="4668719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635" y="1127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12158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7358" y="1635425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97" y="2030046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5766" y="2493834"/>
            <a:ext cx="21050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5626" y="734987"/>
            <a:ext cx="1795252" cy="4692675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4886</TotalTime>
  <Words>56</Words>
  <Application>Microsoft Office PowerPoint</Application>
  <PresentationFormat>On-screen Show (4:3)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1096</cp:revision>
  <dcterms:created xsi:type="dcterms:W3CDTF">2013-08-08T20:48:04Z</dcterms:created>
  <dcterms:modified xsi:type="dcterms:W3CDTF">2023-03-06T21:58:47Z</dcterms:modified>
</cp:coreProperties>
</file>