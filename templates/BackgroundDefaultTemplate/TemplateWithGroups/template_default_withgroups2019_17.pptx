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8" d="100"/>
          <a:sy n="58" d="100"/>
        </p:scale>
        <p:origin x="154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5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7301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1580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8597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75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966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68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468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052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821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94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42288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243642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66071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5416" y="210335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8944" y="252800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2250" y="2929468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96161" y="333278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37945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42265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4668719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635" y="1127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12158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7358" y="16354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03004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5766" y="249383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9292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3760" y="336635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89844" y="3794525"/>
            <a:ext cx="21868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30720" y="423941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060" y="112685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5898</TotalTime>
  <Words>65</Words>
  <Application>Microsoft Office PowerPoint</Application>
  <PresentationFormat>On-screen Show (4:3)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1092</cp:revision>
  <dcterms:created xsi:type="dcterms:W3CDTF">2013-08-08T20:48:04Z</dcterms:created>
  <dcterms:modified xsi:type="dcterms:W3CDTF">2023-03-07T15:26:51Z</dcterms:modified>
</cp:coreProperties>
</file>