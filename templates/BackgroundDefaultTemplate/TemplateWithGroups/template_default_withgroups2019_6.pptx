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64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34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963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6825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1024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392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2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79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3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980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768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5626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800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6562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52400" y="177372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768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5626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spect="1" noChangeArrowheads="1"/>
          </p:cNvSpPr>
          <p:nvPr/>
        </p:nvSpPr>
        <p:spPr bwMode="auto">
          <a:xfrm>
            <a:off x="973347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spect="1" noChangeArrowheads="1"/>
          </p:cNvSpPr>
          <p:nvPr/>
        </p:nvSpPr>
        <p:spPr bwMode="auto">
          <a:xfrm>
            <a:off x="966787" y="2023438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spect="1" noChangeArrowheads="1"/>
          </p:cNvSpPr>
          <p:nvPr/>
        </p:nvSpPr>
        <p:spPr bwMode="auto">
          <a:xfrm>
            <a:off x="973347" y="2776835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spect="1" noChangeArrowheads="1"/>
          </p:cNvSpPr>
          <p:nvPr/>
        </p:nvSpPr>
        <p:spPr bwMode="auto">
          <a:xfrm>
            <a:off x="1016229" y="346933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spect="1" noChangeArrowheads="1"/>
          </p:cNvSpPr>
          <p:nvPr/>
        </p:nvSpPr>
        <p:spPr bwMode="auto">
          <a:xfrm>
            <a:off x="966787" y="41979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9" name="TextBox 1"/>
          <p:cNvSpPr txBox="1">
            <a:spLocks noChangeAspect="1" noChangeArrowheads="1"/>
          </p:cNvSpPr>
          <p:nvPr/>
        </p:nvSpPr>
        <p:spPr bwMode="auto">
          <a:xfrm>
            <a:off x="5105400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4778</TotalTime>
  <Words>33</Words>
  <Application>Microsoft Office PowerPoint</Application>
  <PresentationFormat>On-screen Show (4:3)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1094</cp:revision>
  <dcterms:created xsi:type="dcterms:W3CDTF">2013-08-08T20:48:04Z</dcterms:created>
  <dcterms:modified xsi:type="dcterms:W3CDTF">2023-03-06T21:48:41Z</dcterms:modified>
</cp:coreProperties>
</file>