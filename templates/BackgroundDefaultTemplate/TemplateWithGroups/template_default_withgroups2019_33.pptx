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64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86580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393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80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773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06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71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08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35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7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>
            <a:spLocks noChangeAspect="1"/>
          </p:cNvSpPr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norm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2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2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920" y="0"/>
            <a:ext cx="8556625" cy="621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>
            <a:spLocks noChangeAspect="1"/>
          </p:cNvSpPr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norm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2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1478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1475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5669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57567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297370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0923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172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6444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68600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1594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3750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5669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57683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298210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344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536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669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67909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0611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37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5669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57567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299483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344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6764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27720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68600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2954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3442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14864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5" name="TextBox 1">
            <a:extLst>
              <a:ext uri="{FF2B5EF4-FFF2-40B4-BE49-F238E27FC236}">
                <a16:creationId xmlns:a16="http://schemas.microsoft.com/office/drawing/2014/main" id="{29974F9A-5F69-41F0-BE5D-C8B451DE5E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58766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6" name="TextBox 1">
            <a:extLst>
              <a:ext uri="{FF2B5EF4-FFF2-40B4-BE49-F238E27FC236}">
                <a16:creationId xmlns:a16="http://schemas.microsoft.com/office/drawing/2014/main" id="{4AFFDE20-FB46-45A8-87AD-069A9ABCAF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99465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107" name="TextBox 1">
            <a:extLst>
              <a:ext uri="{FF2B5EF4-FFF2-40B4-BE49-F238E27FC236}">
                <a16:creationId xmlns:a16="http://schemas.microsoft.com/office/drawing/2014/main" id="{C91C9617-7AF2-4F3E-A34A-5DBD98550E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4443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5005</TotalTime>
  <Words>114</Words>
  <Application>Microsoft Office PowerPoint</Application>
  <PresentationFormat>On-screen Show (4:3)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1097</cp:revision>
  <dcterms:created xsi:type="dcterms:W3CDTF">2013-08-08T20:48:04Z</dcterms:created>
  <dcterms:modified xsi:type="dcterms:W3CDTF">2023-03-07T17:58:48Z</dcterms:modified>
</cp:coreProperties>
</file>