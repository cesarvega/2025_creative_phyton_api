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02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470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411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78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620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753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3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47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6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67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1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00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4864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038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5800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92239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00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4864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4780</TotalTime>
  <Words>28</Words>
  <Application>Microsoft Office PowerPoint</Application>
  <PresentationFormat>On-screen Show (4:3)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1095</cp:revision>
  <dcterms:created xsi:type="dcterms:W3CDTF">2013-08-08T20:48:04Z</dcterms:created>
  <dcterms:modified xsi:type="dcterms:W3CDTF">2023-03-06T21:44:25Z</dcterms:modified>
</cp:coreProperties>
</file>