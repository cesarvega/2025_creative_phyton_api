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7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8" d="100"/>
          <a:sy n="58" d="100"/>
        </p:scale>
        <p:origin x="154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50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90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7339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8297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804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098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740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52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45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407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31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00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6147" name="TextBox 1"/>
          <p:cNvSpPr txBox="1">
            <a:spLocks noChangeArrowheads="1"/>
          </p:cNvSpPr>
          <p:nvPr/>
        </p:nvSpPr>
        <p:spPr bwMode="auto">
          <a:xfrm>
            <a:off x="34756" y="105103"/>
            <a:ext cx="70226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F497D"/>
                </a:solidFill>
                <a:latin typeface="+mn-lt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6148" name="TextBox 2"/>
          <p:cNvSpPr txBox="1">
            <a:spLocks noChangeArrowheads="1"/>
          </p:cNvSpPr>
          <p:nvPr/>
        </p:nvSpPr>
        <p:spPr bwMode="auto">
          <a:xfrm>
            <a:off x="98425" y="1147763"/>
            <a:ext cx="872648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66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en-US" altLang="en-US" sz="6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en-US" sz="66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Candidate</a:t>
            </a:r>
          </a:p>
        </p:txBody>
      </p:sp>
      <p:sp>
        <p:nvSpPr>
          <p:cNvPr id="6149" name="TextBox 3"/>
          <p:cNvSpPr txBox="1">
            <a:spLocks noChangeArrowheads="1"/>
          </p:cNvSpPr>
          <p:nvPr/>
        </p:nvSpPr>
        <p:spPr bwMode="auto">
          <a:xfrm>
            <a:off x="209550" y="3817938"/>
            <a:ext cx="866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Rationale Goes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00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6151" name="TextBox 3"/>
          <p:cNvSpPr txBox="1">
            <a:spLocks noChangeArrowheads="1"/>
          </p:cNvSpPr>
          <p:nvPr/>
        </p:nvSpPr>
        <p:spPr bwMode="auto">
          <a:xfrm>
            <a:off x="288925" y="2176463"/>
            <a:ext cx="8661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0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Pronunciation/Katakana</a:t>
            </a:r>
          </a:p>
        </p:txBody>
      </p:sp>
      <p:sp>
        <p:nvSpPr>
          <p:cNvPr id="6152" name="TextBox 24"/>
          <p:cNvSpPr txBox="1">
            <a:spLocks noChangeArrowheads="1"/>
          </p:cNvSpPr>
          <p:nvPr/>
        </p:nvSpPr>
        <p:spPr bwMode="auto">
          <a:xfrm>
            <a:off x="2309813" y="56388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6153" name="TextBox 25"/>
          <p:cNvSpPr txBox="1">
            <a:spLocks noChangeArrowheads="1"/>
          </p:cNvSpPr>
          <p:nvPr/>
        </p:nvSpPr>
        <p:spPr bwMode="auto">
          <a:xfrm>
            <a:off x="7696200" y="56562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Negative</a:t>
            </a:r>
          </a:p>
        </p:txBody>
      </p:sp>
      <p:sp>
        <p:nvSpPr>
          <p:cNvPr id="6154" name="Oval 33"/>
          <p:cNvSpPr>
            <a:spLocks noChangeArrowheads="1"/>
          </p:cNvSpPr>
          <p:nvPr/>
        </p:nvSpPr>
        <p:spPr bwMode="auto">
          <a:xfrm>
            <a:off x="2171700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6155" name="Oval 34"/>
          <p:cNvSpPr>
            <a:spLocks noChangeArrowheads="1"/>
          </p:cNvSpPr>
          <p:nvPr/>
        </p:nvSpPr>
        <p:spPr bwMode="auto">
          <a:xfrm>
            <a:off x="7569200" y="57324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6156" name="TextBox 24"/>
          <p:cNvSpPr txBox="1">
            <a:spLocks noChangeArrowheads="1"/>
          </p:cNvSpPr>
          <p:nvPr/>
        </p:nvSpPr>
        <p:spPr bwMode="auto">
          <a:xfrm>
            <a:off x="642938" y="56388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6157" name="Oval 33"/>
          <p:cNvSpPr>
            <a:spLocks noChangeArrowheads="1"/>
          </p:cNvSpPr>
          <p:nvPr/>
        </p:nvSpPr>
        <p:spPr bwMode="auto">
          <a:xfrm>
            <a:off x="504825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4780</TotalTime>
  <Words>19</Words>
  <Application>Microsoft Office PowerPoint</Application>
  <PresentationFormat>On-screen Show (4:3)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1084</cp:revision>
  <dcterms:created xsi:type="dcterms:W3CDTF">2013-08-08T20:48:04Z</dcterms:created>
  <dcterms:modified xsi:type="dcterms:W3CDTF">2023-03-07T18:04:32Z</dcterms:modified>
</cp:coreProperties>
</file>