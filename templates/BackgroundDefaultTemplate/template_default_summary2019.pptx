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1"/>
  </p:sldMasterIdLst>
  <p:notesMasterIdLst>
    <p:notesMasterId r:id="rId3"/>
  </p:notesMasterIdLst>
  <p:handoutMasterIdLst>
    <p:handoutMasterId r:id="rId4"/>
  </p:handoutMasterIdLst>
  <p:sldIdLst>
    <p:sldId id="429" r:id="rId2"/>
  </p:sldIdLst>
  <p:sldSz cx="9144000" cy="6858000" type="screen4x3"/>
  <p:notesSz cx="7010400" cy="9296400"/>
  <p:custDataLst>
    <p:tags r:id="rId5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00">
          <p15:clr>
            <a:srgbClr val="A4A3A4"/>
          </p15:clr>
        </p15:guide>
        <p15:guide id="2" pos="54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97D"/>
    <a:srgbClr val="000084"/>
    <a:srgbClr val="000050"/>
    <a:srgbClr val="00009C"/>
    <a:srgbClr val="000099"/>
    <a:srgbClr val="00319C"/>
    <a:srgbClr val="003399"/>
    <a:srgbClr val="FF0066"/>
    <a:srgbClr val="FFFF6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98" autoAdjust="0"/>
    <p:restoredTop sz="94660" autoAdjust="0"/>
  </p:normalViewPr>
  <p:slideViewPr>
    <p:cSldViewPr>
      <p:cViewPr varScale="1">
        <p:scale>
          <a:sx n="67" d="100"/>
          <a:sy n="67" d="100"/>
        </p:scale>
        <p:origin x="1108" y="44"/>
      </p:cViewPr>
      <p:guideLst>
        <p:guide orient="horz" pos="2400"/>
        <p:guide pos="54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3" tIns="46581" rIns="93163" bIns="46581" numCol="1" anchor="t" anchorCtr="0" compatLnSpc="1">
            <a:prstTxWarp prst="textNoShape">
              <a:avLst/>
            </a:prstTxWarp>
          </a:bodyPr>
          <a:lstStyle>
            <a:lvl1pPr defTabSz="93046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3" tIns="46581" rIns="93163" bIns="46581" numCol="1" anchor="t" anchorCtr="0" compatLnSpc="1">
            <a:prstTxWarp prst="textNoShape">
              <a:avLst/>
            </a:prstTxWarp>
          </a:bodyPr>
          <a:lstStyle>
            <a:lvl1pPr algn="r" defTabSz="93046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3" tIns="46581" rIns="93163" bIns="46581" numCol="1" anchor="b" anchorCtr="0" compatLnSpc="1">
            <a:prstTxWarp prst="textNoShape">
              <a:avLst/>
            </a:prstTxWarp>
          </a:bodyPr>
          <a:lstStyle>
            <a:lvl1pPr defTabSz="93046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3" tIns="46581" rIns="93163" bIns="46581" numCol="1" anchor="b" anchorCtr="0" compatLnSpc="1">
            <a:prstTxWarp prst="textNoShape">
              <a:avLst/>
            </a:prstTxWarp>
          </a:bodyPr>
          <a:lstStyle>
            <a:lvl1pPr algn="r" defTabSz="930468">
              <a:defRPr sz="1200"/>
            </a:lvl1pPr>
          </a:lstStyle>
          <a:p>
            <a:pPr>
              <a:defRPr/>
            </a:pPr>
            <a:fld id="{740B3CA7-90F6-4A03-B240-1AFBF79FC3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6383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88" y="4416425"/>
            <a:ext cx="5610225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86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6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74ECBE6-A57B-4E00-B932-A6C0A8D231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7265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341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09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96437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86657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23579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53457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5841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574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6279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780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81192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754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ction Button: Forward or Next 15">
            <a:hlinkClick r:id="" action="ppaction://hlinkshowjump?jump=nextslide" highlightClick="1"/>
          </p:cNvPr>
          <p:cNvSpPr/>
          <p:nvPr/>
        </p:nvSpPr>
        <p:spPr bwMode="auto">
          <a:xfrm>
            <a:off x="8686800" y="6400800"/>
            <a:ext cx="304800" cy="276999"/>
          </a:xfrm>
          <a:prstGeom prst="actionButtonForwardNex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13" name="PositiveNames4"/>
          <p:cNvSpPr txBox="1"/>
          <p:nvPr/>
        </p:nvSpPr>
        <p:spPr>
          <a:xfrm>
            <a:off x="71755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-5080" y="152400"/>
            <a:ext cx="8229600" cy="7572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 kern="1200" spc="-150">
                <a:solidFill>
                  <a:schemeClr val="tx2"/>
                </a:solidFill>
                <a:latin typeface="+mj-lt"/>
                <a:ea typeface="MS PGothic" pitchFamily="34" charset="-128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charset="0"/>
                <a:ea typeface="MS PGothic" pitchFamily="34" charset="-128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charset="0"/>
                <a:ea typeface="MS PGothic" pitchFamily="34" charset="-128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charset="0"/>
                <a:ea typeface="MS PGothic" pitchFamily="34" charset="-128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charset="0"/>
                <a:ea typeface="MS PGothic" pitchFamily="34" charset="-128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1F497D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Candidates - Summary</a:t>
            </a:r>
            <a:endParaRPr kumimoji="0" lang="en-US" sz="2800" b="0" i="0" strike="noStrike" kern="1200" cap="none" spc="-15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895312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6a5113e9adafc622cda13cb92ba8a34161db59"/>
  <p:tag name="ISPRING_RESOURCE_PATHS_HASH_PRESENTER" val="d7ba58e88a35f03331c4eabd8f64790fd2dddbb"/>
</p:tagLst>
</file>

<file path=ppt/theme/theme1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7563</TotalTime>
  <Words>4</Words>
  <Application>Microsoft Office PowerPoint</Application>
  <PresentationFormat>On-screen Show (4:3)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Times New Roman</vt:lpstr>
      <vt:lpstr>Wingdings</vt:lpstr>
      <vt:lpstr>2_Office Theme</vt:lpstr>
      <vt:lpstr>PowerPoint Presentation</vt:lpstr>
    </vt:vector>
  </TitlesOfParts>
  <Company>Brand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Amauris Diaz</dc:creator>
  <cp:lastModifiedBy>Lokesh N. Venkateswarlu</cp:lastModifiedBy>
  <cp:revision>752</cp:revision>
  <dcterms:created xsi:type="dcterms:W3CDTF">2011-09-26T13:59:59Z</dcterms:created>
  <dcterms:modified xsi:type="dcterms:W3CDTF">2023-03-07T18:07:51Z</dcterms:modified>
</cp:coreProperties>
</file>