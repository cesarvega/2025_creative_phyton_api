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4"/>
  </p:notesMasterIdLst>
  <p:handoutMasterIdLst>
    <p:handoutMasterId r:id="rId5"/>
  </p:handoutMasterIdLst>
  <p:sldIdLst>
    <p:sldId id="463" r:id="rId2"/>
    <p:sldId id="429" r:id="rId3"/>
  </p:sldIdLst>
  <p:sldSz cx="9144000" cy="6858000" type="screen4x3"/>
  <p:notesSz cx="7010400" cy="9296400"/>
  <p:custDataLst>
    <p:tags r:id="rId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54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000084"/>
    <a:srgbClr val="000050"/>
    <a:srgbClr val="00009C"/>
    <a:srgbClr val="000099"/>
    <a:srgbClr val="00319C"/>
    <a:srgbClr val="003399"/>
    <a:srgbClr val="FF0066"/>
    <a:srgbClr val="FFFF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98" autoAdjust="0"/>
    <p:restoredTop sz="94660" autoAdjust="0"/>
  </p:normalViewPr>
  <p:slideViewPr>
    <p:cSldViewPr>
      <p:cViewPr varScale="1">
        <p:scale>
          <a:sx n="63" d="100"/>
          <a:sy n="63" d="100"/>
        </p:scale>
        <p:origin x="1216" y="56"/>
      </p:cViewPr>
      <p:guideLst>
        <p:guide orient="horz" pos="2400"/>
        <p:guide pos="5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fld id="{740B3CA7-90F6-4A03-B240-1AFBF79FC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38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6425"/>
            <a:ext cx="56102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74ECBE6-A57B-4E00-B932-A6C0A8D23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26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447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41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77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9994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6659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4936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612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185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08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675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86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3511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1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3017520"/>
            <a:ext cx="8229600" cy="615553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wrap="square" tIns="91440" bIns="91440" rtlCol="0">
            <a:spAutoFit/>
          </a:bodyPr>
          <a:lstStyle/>
          <a:p>
            <a:pPr algn="ctr"/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[New Names]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5349240"/>
            <a:ext cx="3255264" cy="553998"/>
          </a:xfrm>
          <a:prstGeom prst="rect">
            <a:avLst/>
          </a:prstGeom>
          <a:noFill/>
          <a:ln w="25400" cmpd="sng">
            <a:solidFill>
              <a:srgbClr val="00B050"/>
            </a:solidFill>
          </a:ln>
        </p:spPr>
        <p:txBody>
          <a:bodyPr wrap="square" tIns="91440" bIns="91440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[Explore]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9824" y="5349240"/>
            <a:ext cx="3255264" cy="553998"/>
          </a:xfrm>
          <a:prstGeom prst="rect">
            <a:avLst/>
          </a:prstGeom>
          <a:noFill/>
          <a:ln w="25400" cmpd="sng">
            <a:solidFill>
              <a:srgbClr val="FF0000"/>
            </a:solidFill>
          </a:ln>
        </p:spPr>
        <p:txBody>
          <a:bodyPr wrap="square" tIns="91440" bIns="91440" rtlCol="0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n-lt"/>
              </a:rPr>
              <a:t>[Avoid]</a:t>
            </a:r>
          </a:p>
        </p:txBody>
      </p:sp>
      <p:sp>
        <p:nvSpPr>
          <p:cNvPr id="17" name="Rectangle 16"/>
          <p:cNvSpPr/>
          <p:nvPr/>
        </p:nvSpPr>
        <p:spPr bwMode="auto">
          <a:xfrm>
            <a:off x="0" y="3962400"/>
            <a:ext cx="9144000" cy="1143000"/>
          </a:xfrm>
          <a:prstGeom prst="rect">
            <a:avLst/>
          </a:prstGeom>
          <a:solidFill>
            <a:srgbClr val="000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latin typeface="Arial Narrow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-1" y="6400800"/>
            <a:ext cx="184731" cy="2308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endParaRPr lang="en-US" sz="900" b="1">
              <a:latin typeface="Arial Narrow" panose="020B0606020202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999" y="1295400"/>
            <a:ext cx="830997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600" dirty="0">
                <a:latin typeface="+mn-lt"/>
              </a:rPr>
              <a:t>Positive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1752600"/>
            <a:ext cx="808811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600" dirty="0">
                <a:latin typeface="+mn-lt"/>
              </a:rPr>
              <a:t>Neutral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999" y="2209800"/>
            <a:ext cx="917559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600" dirty="0">
                <a:latin typeface="+mn-lt"/>
              </a:rPr>
              <a:t>Negative</a:t>
            </a:r>
          </a:p>
        </p:txBody>
      </p:sp>
      <p:sp>
        <p:nvSpPr>
          <p:cNvPr id="34" name="Oval 33"/>
          <p:cNvSpPr/>
          <p:nvPr/>
        </p:nvSpPr>
        <p:spPr bwMode="auto">
          <a:xfrm>
            <a:off x="381000" y="18288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latin typeface="Arial Narrow" pitchFamily="34" charset="0"/>
            </a:endParaRPr>
          </a:p>
        </p:txBody>
      </p:sp>
      <p:sp>
        <p:nvSpPr>
          <p:cNvPr id="35" name="Oval 34"/>
          <p:cNvSpPr/>
          <p:nvPr/>
        </p:nvSpPr>
        <p:spPr bwMode="auto">
          <a:xfrm>
            <a:off x="381000" y="22860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latin typeface="Arial Narrow" pitchFamily="34" charset="0"/>
            </a:endParaRPr>
          </a:p>
        </p:txBody>
      </p:sp>
      <p:sp>
        <p:nvSpPr>
          <p:cNvPr id="36" name="Oval 35"/>
          <p:cNvSpPr/>
          <p:nvPr/>
        </p:nvSpPr>
        <p:spPr bwMode="auto">
          <a:xfrm>
            <a:off x="381000" y="1371600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latin typeface="Arial Narrow" pitchFamily="34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184730" y="250032"/>
            <a:ext cx="8229600" cy="2619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 kern="1200" spc="-150">
                <a:solidFill>
                  <a:schemeClr val="tx2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-15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MS PGothic" pitchFamily="34" charset="-128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417387736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3" name="Positive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228600" y="0"/>
            <a:ext cx="8229600" cy="75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 kern="1200" spc="-150">
                <a:solidFill>
                  <a:schemeClr val="tx2"/>
                </a:solidFill>
                <a:latin typeface="+mj-lt"/>
                <a:ea typeface="MS PGothic" pitchFamily="34" charset="-128"/>
                <a:cs typeface="MS PGothic" charset="0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MS PGothic" pitchFamily="34" charset="-128"/>
                <a:cs typeface="MS PGothic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bg1"/>
                </a:solidFill>
                <a:latin typeface="Calibri"/>
              </a:rPr>
              <a:t>Name Candidates - Summary</a:t>
            </a:r>
            <a:endParaRPr kumimoji="0" lang="en-US" sz="2800" b="0" i="0" u="none" strike="noStrike" kern="1200" cap="none" spc="-1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1895312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6a5113e9adafc622cda13cb92ba8a34161db59"/>
  <p:tag name="ISPRING_RESOURCE_PATHS_HASH_PRESENTER" val="d7ba58e88a35f03331c4eabd8f64790fd2dddbb"/>
</p:tagLst>
</file>

<file path=ppt/theme/theme1.xml><?xml version="1.0" encoding="utf-8"?>
<a:theme xmlns:a="http://schemas.openxmlformats.org/drawing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6573</TotalTime>
  <Words>19</Words>
  <Application>Microsoft Office PowerPoint</Application>
  <PresentationFormat>On-screen Show (4:3)</PresentationFormat>
  <Paragraphs>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Arial Narrow</vt:lpstr>
      <vt:lpstr>Calibri</vt:lpstr>
      <vt:lpstr>Calibri Light</vt:lpstr>
      <vt:lpstr>Courier New</vt:lpstr>
      <vt:lpstr>Times New Roman</vt:lpstr>
      <vt:lpstr>Wingdings</vt:lpstr>
      <vt:lpstr>2_Office Theme</vt:lpstr>
      <vt:lpstr>PowerPoint Presentation</vt:lpstr>
      <vt:lpstr>PowerPoint Presentation</vt:lpstr>
    </vt:vector>
  </TitlesOfParts>
  <Company>Brand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Amauris Diaz</dc:creator>
  <cp:lastModifiedBy>Lokesh N. Venkateswarlu</cp:lastModifiedBy>
  <cp:revision>750</cp:revision>
  <dcterms:created xsi:type="dcterms:W3CDTF">2011-09-26T13:59:59Z</dcterms:created>
  <dcterms:modified xsi:type="dcterms:W3CDTF">2023-03-07T18:10:32Z</dcterms:modified>
</cp:coreProperties>
</file>