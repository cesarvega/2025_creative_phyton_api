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4"/>
  </p:notesMasterIdLst>
  <p:handoutMasterIdLst>
    <p:handoutMasterId r:id="rId5"/>
  </p:handoutMasterIdLst>
  <p:sldIdLst>
    <p:sldId id="347" r:id="rId2"/>
    <p:sldId id="348" r:id="rId3"/>
  </p:sldIdLst>
  <p:sldSz cx="9144000" cy="6858000" type="screen4x3"/>
  <p:notesSz cx="6858000" cy="9144000"/>
  <p:custDataLst>
    <p:tags r:id="rId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4689"/>
  </p:normalViewPr>
  <p:slideViewPr>
    <p:cSldViewPr>
      <p:cViewPr varScale="1">
        <p:scale>
          <a:sx n="63" d="100"/>
          <a:sy n="63" d="100"/>
        </p:scale>
        <p:origin x="1400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3501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4454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285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27718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21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75034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4881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3816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699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8343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948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9598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089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0850" y="49530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Names]</a:t>
            </a:r>
          </a:p>
        </p:txBody>
      </p:sp>
      <p:sp>
        <p:nvSpPr>
          <p:cNvPr id="6147" name="TextBox 1"/>
          <p:cNvSpPr txBox="1">
            <a:spLocks noChangeArrowheads="1"/>
          </p:cNvSpPr>
          <p:nvPr/>
        </p:nvSpPr>
        <p:spPr bwMode="auto">
          <a:xfrm>
            <a:off x="188307" y="187296"/>
            <a:ext cx="70226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2800" dirty="0">
                <a:solidFill>
                  <a:srgbClr val="1F497D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Category</a:t>
            </a:r>
          </a:p>
        </p:txBody>
      </p:sp>
      <p:sp>
        <p:nvSpPr>
          <p:cNvPr id="6148" name="TextBox 2"/>
          <p:cNvSpPr txBox="1">
            <a:spLocks noChangeArrowheads="1"/>
          </p:cNvSpPr>
          <p:nvPr/>
        </p:nvSpPr>
        <p:spPr bwMode="auto">
          <a:xfrm>
            <a:off x="98425" y="1147763"/>
            <a:ext cx="8726488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6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6149" name="TextBox 3"/>
          <p:cNvSpPr txBox="1">
            <a:spLocks noChangeArrowheads="1"/>
          </p:cNvSpPr>
          <p:nvPr/>
        </p:nvSpPr>
        <p:spPr bwMode="auto">
          <a:xfrm>
            <a:off x="185738" y="4098925"/>
            <a:ext cx="866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Rationale Goes Here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9530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6151" name="TextBox 3"/>
          <p:cNvSpPr txBox="1">
            <a:spLocks noChangeArrowheads="1"/>
          </p:cNvSpPr>
          <p:nvPr/>
        </p:nvSpPr>
        <p:spPr bwMode="auto">
          <a:xfrm>
            <a:off x="288925" y="2176463"/>
            <a:ext cx="866140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Pronunciation/Katakana</a:t>
            </a:r>
          </a:p>
        </p:txBody>
      </p:sp>
      <p:sp>
        <p:nvSpPr>
          <p:cNvPr id="6152" name="TextBox 24"/>
          <p:cNvSpPr txBox="1">
            <a:spLocks noChangeArrowheads="1"/>
          </p:cNvSpPr>
          <p:nvPr/>
        </p:nvSpPr>
        <p:spPr bwMode="auto">
          <a:xfrm>
            <a:off x="2309813" y="57150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Neutral</a:t>
            </a:r>
          </a:p>
        </p:txBody>
      </p:sp>
      <p:sp>
        <p:nvSpPr>
          <p:cNvPr id="6153" name="TextBox 25"/>
          <p:cNvSpPr txBox="1">
            <a:spLocks noChangeArrowheads="1"/>
          </p:cNvSpPr>
          <p:nvPr/>
        </p:nvSpPr>
        <p:spPr bwMode="auto">
          <a:xfrm>
            <a:off x="7696200" y="57324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Negative</a:t>
            </a:r>
          </a:p>
        </p:txBody>
      </p:sp>
      <p:sp>
        <p:nvSpPr>
          <p:cNvPr id="6154" name="Oval 33"/>
          <p:cNvSpPr>
            <a:spLocks noChangeArrowheads="1"/>
          </p:cNvSpPr>
          <p:nvPr/>
        </p:nvSpPr>
        <p:spPr bwMode="auto">
          <a:xfrm>
            <a:off x="2171700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6155" name="Oval 34"/>
          <p:cNvSpPr>
            <a:spLocks noChangeArrowheads="1"/>
          </p:cNvSpPr>
          <p:nvPr/>
        </p:nvSpPr>
        <p:spPr bwMode="auto">
          <a:xfrm>
            <a:off x="7569200" y="58086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6156" name="TextBox 24"/>
          <p:cNvSpPr txBox="1">
            <a:spLocks noChangeArrowheads="1"/>
          </p:cNvSpPr>
          <p:nvPr/>
        </p:nvSpPr>
        <p:spPr bwMode="auto">
          <a:xfrm>
            <a:off x="642938" y="57150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Positive</a:t>
            </a:r>
          </a:p>
        </p:txBody>
      </p:sp>
      <p:sp>
        <p:nvSpPr>
          <p:cNvPr id="6157" name="Oval 33"/>
          <p:cNvSpPr>
            <a:spLocks noChangeArrowheads="1"/>
          </p:cNvSpPr>
          <p:nvPr/>
        </p:nvSpPr>
        <p:spPr bwMode="auto">
          <a:xfrm>
            <a:off x="504825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46464" y="5059025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Names]</a:t>
            </a:r>
          </a:p>
        </p:txBody>
      </p:sp>
      <p:sp>
        <p:nvSpPr>
          <p:cNvPr id="4099" name="TextBox 24"/>
          <p:cNvSpPr txBox="1">
            <a:spLocks noChangeArrowheads="1"/>
          </p:cNvSpPr>
          <p:nvPr/>
        </p:nvSpPr>
        <p:spPr bwMode="auto">
          <a:xfrm>
            <a:off x="2324100" y="57150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 dirty="0"/>
              <a:t>Neutral</a:t>
            </a:r>
          </a:p>
        </p:txBody>
      </p:sp>
      <p:sp>
        <p:nvSpPr>
          <p:cNvPr id="4100" name="TextBox 25"/>
          <p:cNvSpPr txBox="1">
            <a:spLocks noChangeArrowheads="1"/>
          </p:cNvSpPr>
          <p:nvPr/>
        </p:nvSpPr>
        <p:spPr bwMode="auto">
          <a:xfrm>
            <a:off x="7693320" y="5715000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 dirty="0"/>
              <a:t>Negative</a:t>
            </a:r>
          </a:p>
        </p:txBody>
      </p:sp>
      <p:sp>
        <p:nvSpPr>
          <p:cNvPr id="4101" name="Oval 33"/>
          <p:cNvSpPr>
            <a:spLocks noChangeArrowheads="1"/>
          </p:cNvSpPr>
          <p:nvPr/>
        </p:nvSpPr>
        <p:spPr bwMode="auto">
          <a:xfrm>
            <a:off x="2171700" y="5791200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102" name="Oval 34"/>
          <p:cNvSpPr>
            <a:spLocks noChangeArrowheads="1"/>
          </p:cNvSpPr>
          <p:nvPr/>
        </p:nvSpPr>
        <p:spPr bwMode="auto">
          <a:xfrm>
            <a:off x="7569200" y="5792788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103" name="TextBox 1"/>
          <p:cNvSpPr txBox="1">
            <a:spLocks noChangeArrowheads="1"/>
          </p:cNvSpPr>
          <p:nvPr/>
        </p:nvSpPr>
        <p:spPr bwMode="auto">
          <a:xfrm>
            <a:off x="228600" y="76200"/>
            <a:ext cx="14816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800" dirty="0">
                <a:solidFill>
                  <a:schemeClr val="bg1"/>
                </a:solidFill>
                <a:latin typeface="+mn-lt"/>
                <a:ea typeface="Verdana" panose="020B0604030504040204" pitchFamily="34" charset="0"/>
              </a:rPr>
              <a:t>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059025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/>
          <p:cNvSpPr txBox="1">
            <a:spLocks noChangeArrowheads="1"/>
          </p:cNvSpPr>
          <p:nvPr/>
        </p:nvSpPr>
        <p:spPr bwMode="auto">
          <a:xfrm>
            <a:off x="643148" y="1186776"/>
            <a:ext cx="8204635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106" name="TextBox 24"/>
          <p:cNvSpPr txBox="1">
            <a:spLocks noChangeArrowheads="1"/>
          </p:cNvSpPr>
          <p:nvPr/>
        </p:nvSpPr>
        <p:spPr bwMode="auto">
          <a:xfrm>
            <a:off x="691756" y="57150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 dirty="0"/>
              <a:t>Positive</a:t>
            </a:r>
          </a:p>
        </p:txBody>
      </p:sp>
      <p:sp>
        <p:nvSpPr>
          <p:cNvPr id="4107" name="Oval 33"/>
          <p:cNvSpPr>
            <a:spLocks noChangeArrowheads="1"/>
          </p:cNvSpPr>
          <p:nvPr/>
        </p:nvSpPr>
        <p:spPr bwMode="auto">
          <a:xfrm>
            <a:off x="504825" y="5791200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85279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5769</TotalTime>
  <Words>50</Words>
  <Application>Microsoft Office PowerPoint</Application>
  <PresentationFormat>On-screen Show (4:3)</PresentationFormat>
  <Paragraphs>35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1083</cp:revision>
  <dcterms:created xsi:type="dcterms:W3CDTF">2013-08-08T20:48:04Z</dcterms:created>
  <dcterms:modified xsi:type="dcterms:W3CDTF">2023-03-07T18:09:33Z</dcterms:modified>
</cp:coreProperties>
</file>