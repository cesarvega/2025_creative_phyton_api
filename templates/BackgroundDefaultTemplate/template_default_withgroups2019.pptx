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34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58" d="100"/>
          <a:sy n="58" d="100"/>
        </p:scale>
        <p:origin x="154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45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7436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7091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879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822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0623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7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9335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886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9097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74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0850" y="50292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4099" name="TextBox 24"/>
          <p:cNvSpPr txBox="1">
            <a:spLocks noChangeArrowheads="1"/>
          </p:cNvSpPr>
          <p:nvPr/>
        </p:nvSpPr>
        <p:spPr bwMode="auto">
          <a:xfrm>
            <a:off x="2309813" y="56388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Neutral</a:t>
            </a:r>
          </a:p>
        </p:txBody>
      </p:sp>
      <p:sp>
        <p:nvSpPr>
          <p:cNvPr id="4100" name="TextBox 25"/>
          <p:cNvSpPr txBox="1">
            <a:spLocks noChangeArrowheads="1"/>
          </p:cNvSpPr>
          <p:nvPr/>
        </p:nvSpPr>
        <p:spPr bwMode="auto">
          <a:xfrm>
            <a:off x="7696200" y="56562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Negative</a:t>
            </a:r>
          </a:p>
        </p:txBody>
      </p:sp>
      <p:sp>
        <p:nvSpPr>
          <p:cNvPr id="4101" name="Oval 33"/>
          <p:cNvSpPr>
            <a:spLocks noChangeArrowheads="1"/>
          </p:cNvSpPr>
          <p:nvPr/>
        </p:nvSpPr>
        <p:spPr bwMode="auto">
          <a:xfrm>
            <a:off x="2171700" y="57308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2" name="Oval 34"/>
          <p:cNvSpPr>
            <a:spLocks noChangeArrowheads="1"/>
          </p:cNvSpPr>
          <p:nvPr/>
        </p:nvSpPr>
        <p:spPr bwMode="auto">
          <a:xfrm>
            <a:off x="7569200" y="57324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3" name="TextBox 1"/>
          <p:cNvSpPr txBox="1">
            <a:spLocks noChangeArrowheads="1"/>
          </p:cNvSpPr>
          <p:nvPr/>
        </p:nvSpPr>
        <p:spPr bwMode="auto">
          <a:xfrm>
            <a:off x="262408" y="211446"/>
            <a:ext cx="8555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1F497D"/>
                </a:solidFill>
                <a:latin typeface="+mn-lt"/>
                <a:ea typeface="Verdana" panose="020B0604030504040204" pitchFamily="34" charset="0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0292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/>
          <p:cNvSpPr txBox="1">
            <a:spLocks noChangeArrowheads="1"/>
          </p:cNvSpPr>
          <p:nvPr/>
        </p:nvSpPr>
        <p:spPr bwMode="auto">
          <a:xfrm>
            <a:off x="643148" y="1186776"/>
            <a:ext cx="8204635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106" name="TextBox 24"/>
          <p:cNvSpPr txBox="1">
            <a:spLocks noChangeArrowheads="1"/>
          </p:cNvSpPr>
          <p:nvPr/>
        </p:nvSpPr>
        <p:spPr bwMode="auto">
          <a:xfrm>
            <a:off x="642938" y="56388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Positive</a:t>
            </a:r>
          </a:p>
        </p:txBody>
      </p:sp>
      <p:sp>
        <p:nvSpPr>
          <p:cNvPr id="4107" name="Oval 33"/>
          <p:cNvSpPr>
            <a:spLocks noChangeArrowheads="1"/>
          </p:cNvSpPr>
          <p:nvPr/>
        </p:nvSpPr>
        <p:spPr bwMode="auto">
          <a:xfrm>
            <a:off x="504825" y="57308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12" name="TextBox 1"/>
          <p:cNvSpPr txBox="1">
            <a:spLocks noChangeArrowheads="1"/>
          </p:cNvSpPr>
          <p:nvPr/>
        </p:nvSpPr>
        <p:spPr bwMode="auto">
          <a:xfrm>
            <a:off x="1213701" y="1257546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5" name="TextBox 1"/>
          <p:cNvSpPr txBox="1">
            <a:spLocks noChangeArrowheads="1"/>
          </p:cNvSpPr>
          <p:nvPr/>
        </p:nvSpPr>
        <p:spPr bwMode="auto">
          <a:xfrm>
            <a:off x="1207141" y="1985584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1213701" y="2738981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7" name="TextBox 1"/>
          <p:cNvSpPr txBox="1">
            <a:spLocks noChangeArrowheads="1"/>
          </p:cNvSpPr>
          <p:nvPr/>
        </p:nvSpPr>
        <p:spPr bwMode="auto">
          <a:xfrm>
            <a:off x="1256583" y="3431478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8" name="TextBox 1"/>
          <p:cNvSpPr txBox="1">
            <a:spLocks noChangeArrowheads="1"/>
          </p:cNvSpPr>
          <p:nvPr/>
        </p:nvSpPr>
        <p:spPr bwMode="auto">
          <a:xfrm>
            <a:off x="1207141" y="4160086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9" name="TextBox 1"/>
          <p:cNvSpPr txBox="1">
            <a:spLocks noChangeArrowheads="1"/>
          </p:cNvSpPr>
          <p:nvPr/>
        </p:nvSpPr>
        <p:spPr bwMode="auto">
          <a:xfrm>
            <a:off x="5345754" y="1257546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0" name="TextBox 1"/>
          <p:cNvSpPr txBox="1">
            <a:spLocks noChangeArrowheads="1"/>
          </p:cNvSpPr>
          <p:nvPr/>
        </p:nvSpPr>
        <p:spPr bwMode="auto">
          <a:xfrm>
            <a:off x="5345754" y="1985583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1" name="TextBox 1"/>
          <p:cNvSpPr txBox="1">
            <a:spLocks noChangeArrowheads="1"/>
          </p:cNvSpPr>
          <p:nvPr/>
        </p:nvSpPr>
        <p:spPr bwMode="auto">
          <a:xfrm>
            <a:off x="5369477" y="2684669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2" name="TextBox 1"/>
          <p:cNvSpPr txBox="1">
            <a:spLocks noChangeArrowheads="1"/>
          </p:cNvSpPr>
          <p:nvPr/>
        </p:nvSpPr>
        <p:spPr bwMode="auto">
          <a:xfrm>
            <a:off x="5369477" y="3383755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5" name="TextBox 1"/>
          <p:cNvSpPr txBox="1">
            <a:spLocks noChangeArrowheads="1"/>
          </p:cNvSpPr>
          <p:nvPr/>
        </p:nvSpPr>
        <p:spPr bwMode="auto">
          <a:xfrm>
            <a:off x="5377146" y="4186535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2578527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4779</TotalTime>
  <Words>41</Words>
  <Application>Microsoft Office PowerPoint</Application>
  <PresentationFormat>On-screen Show (4:3)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1085</cp:revision>
  <dcterms:created xsi:type="dcterms:W3CDTF">2013-08-08T20:48:04Z</dcterms:created>
  <dcterms:modified xsi:type="dcterms:W3CDTF">2023-03-07T18:05:34Z</dcterms:modified>
</cp:coreProperties>
</file>