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notesMasterIdLst>
    <p:notesMasterId r:id="rId3"/>
  </p:notesMasterIdLst>
  <p:handoutMasterIdLst>
    <p:handoutMasterId r:id="rId4"/>
  </p:handoutMasterIdLst>
  <p:sldIdLst>
    <p:sldId id="348" r:id="rId2"/>
  </p:sldIdLst>
  <p:sldSz cx="9144000" cy="6858000" type="screen4x3"/>
  <p:notesSz cx="6858000" cy="9144000"/>
  <p:custDataLst>
    <p:tags r:id="rId5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91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97D"/>
    <a:srgbClr val="004684"/>
    <a:srgbClr val="718DB6"/>
    <a:srgbClr val="0000A4"/>
    <a:srgbClr val="0048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96" autoAdjust="0"/>
    <p:restoredTop sz="94689"/>
  </p:normalViewPr>
  <p:slideViewPr>
    <p:cSldViewPr>
      <p:cViewPr varScale="1">
        <p:scale>
          <a:sx n="105" d="100"/>
          <a:sy n="105" d="100"/>
        </p:scale>
        <p:origin x="1842" y="96"/>
      </p:cViewPr>
      <p:guideLst>
        <p:guide orient="horz" pos="912"/>
        <p:guide pos="2880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6" d="100"/>
          <a:sy n="86" d="100"/>
        </p:scale>
        <p:origin x="378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4A15E3AF-102E-4D19-A182-7F5B6FCB25B1}" type="datetimeFigureOut">
              <a:rPr lang="en-US"/>
              <a:pPr>
                <a:defRPr/>
              </a:pPr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ED719942-ED09-4263-941C-FC021E31605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922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2CD5935-38B4-43D9-A105-A758A60B4D7A}" type="datetimeFigureOut">
              <a:rPr lang="en-US"/>
              <a:pPr>
                <a:defRPr/>
              </a:pPr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D5DC445-C859-43E9-9105-DBF80A30F3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4018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4445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D71131-4ECE-B942-A0DC-054D437E9B0B}"/>
              </a:ext>
            </a:extLst>
          </p:cNvPr>
          <p:cNvCxnSpPr>
            <a:cxnSpLocks/>
          </p:cNvCxnSpPr>
          <p:nvPr userDrawn="1"/>
        </p:nvCxnSpPr>
        <p:spPr>
          <a:xfrm>
            <a:off x="0" y="4506513"/>
            <a:ext cx="9144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499DF1A-D378-D447-AB56-FD56CAB3E3C4}"/>
              </a:ext>
            </a:extLst>
          </p:cNvPr>
          <p:cNvSpPr txBox="1"/>
          <p:nvPr userDrawn="1"/>
        </p:nvSpPr>
        <p:spPr>
          <a:xfrm>
            <a:off x="3502381" y="4364057"/>
            <a:ext cx="2139239" cy="276999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PROPRIETARY</a:t>
            </a:r>
            <a:r>
              <a:rPr lang="en-US" sz="12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&amp; CONFIDENTIAL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+mj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9E4BC1-3F05-094B-89FD-0579DDBF09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340862"/>
            <a:ext cx="1453243" cy="10442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023C985-F009-6846-B96F-8FBD324A3B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2674" y="383572"/>
            <a:ext cx="1829866" cy="9588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30BED47-47C4-D00E-C305-0BF97A75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" y="1862381"/>
            <a:ext cx="7504044" cy="2384641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7FAE7CB-3DE8-8342-AE7F-02471C74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690" y="2260355"/>
            <a:ext cx="5764450" cy="161887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40ECDF-4C80-1A15-A8C1-621F199A33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00" y="1726323"/>
            <a:ext cx="3372748" cy="306742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71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30417"/>
            <a:ext cx="7772400" cy="197954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7436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Courier New" panose="02070309020205020404" pitchFamily="49" charset="0"/>
              <a:buChar char="o"/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7091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3D7CC22-D37D-4592-8D37-77FED04B9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108" y="1110753"/>
            <a:ext cx="8757012" cy="4744836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Courier New" panose="02070309020205020404" pitchFamily="49" charset="0"/>
              <a:buChar char="o"/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B0E9D1-7040-5591-67C1-AFD5B0503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0043"/>
            <a:ext cx="9144000" cy="78216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9879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36A39-38B9-4652-A846-D70DB2A51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0043"/>
            <a:ext cx="9144000" cy="78216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3822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0E9D1-7040-5591-67C1-AFD5B0503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0203"/>
            <a:ext cx="9144000" cy="78216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238CB3-9E3E-9B99-A76A-AE2A35EA0B51}"/>
              </a:ext>
            </a:extLst>
          </p:cNvPr>
          <p:cNvSpPr/>
          <p:nvPr userDrawn="1"/>
        </p:nvSpPr>
        <p:spPr>
          <a:xfrm>
            <a:off x="0" y="5854148"/>
            <a:ext cx="9144000" cy="1003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3D7CC22-D37D-4592-8D37-77FED04B9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108" y="1222513"/>
            <a:ext cx="8757012" cy="4744836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Courier New" panose="02070309020205020404" pitchFamily="49" charset="0"/>
              <a:buChar char="o"/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0623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08E89-E03A-325B-25A6-DB62B0631E59}"/>
              </a:ext>
            </a:extLst>
          </p:cNvPr>
          <p:cNvSpPr/>
          <p:nvPr userDrawn="1"/>
        </p:nvSpPr>
        <p:spPr>
          <a:xfrm>
            <a:off x="0" y="5854148"/>
            <a:ext cx="9144000" cy="1003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47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9335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516837"/>
            <a:ext cx="7886700" cy="100488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886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A0802D-63C1-4FCC-8AA5-7FD15DC1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27772"/>
          </a:xfrm>
          <a:prstGeom prst="rect">
            <a:avLst/>
          </a:prstGeom>
        </p:spPr>
        <p:txBody>
          <a:bodyPr vert="horz" lIns="27432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99097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532FCAEA-B4CE-4571-9F06-1A63F756D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0043"/>
            <a:ext cx="9144000" cy="782166"/>
          </a:xfrm>
          <a:prstGeom prst="rect">
            <a:avLst/>
          </a:prstGeom>
        </p:spPr>
        <p:txBody>
          <a:bodyPr vert="horz" lIns="27432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3C1914A-7211-4CB1-BB7C-3AF6FCCB6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4108" y="1127760"/>
            <a:ext cx="8757012" cy="4849527"/>
          </a:xfrm>
          <a:prstGeom prst="rect">
            <a:avLst/>
          </a:prstGeom>
          <a:noFill/>
          <a:effectLst>
            <a:softEdge rad="38100"/>
          </a:effectLst>
        </p:spPr>
        <p:txBody>
          <a:bodyPr vert="horz" lIns="182880" tIns="182880" rIns="18288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1B545F3-0827-4A51-B162-0E701A9E903D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4108" y="6064198"/>
            <a:ext cx="883548" cy="634899"/>
          </a:xfrm>
          <a:prstGeom prst="rect">
            <a:avLst/>
          </a:prstGeom>
        </p:spPr>
      </p:pic>
      <p:sp>
        <p:nvSpPr>
          <p:cNvPr id="26" name="TextBox 12">
            <a:extLst>
              <a:ext uri="{FF2B5EF4-FFF2-40B4-BE49-F238E27FC236}">
                <a16:creationId xmlns:a16="http://schemas.microsoft.com/office/drawing/2014/main" id="{A147E1CD-8774-483C-AB12-43438CB00E89}"/>
              </a:ext>
            </a:extLst>
          </p:cNvPr>
          <p:cNvSpPr txBox="1"/>
          <p:nvPr userDrawn="1"/>
        </p:nvSpPr>
        <p:spPr>
          <a:xfrm>
            <a:off x="6869340" y="6314442"/>
            <a:ext cx="21392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+mj-lt"/>
              </a:rPr>
              <a:t>PROPRIETARY</a:t>
            </a:r>
            <a:r>
              <a:rPr lang="en-US" sz="1200" baseline="0" dirty="0">
                <a:solidFill>
                  <a:schemeClr val="bg1">
                    <a:lumMod val="75000"/>
                  </a:schemeClr>
                </a:solidFill>
                <a:latin typeface="+mj-lt"/>
              </a:rPr>
              <a:t> &amp; CONFIDENTIAL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4C86A1-3A64-4DB2-8BE6-AF0A311D45A1}"/>
              </a:ext>
            </a:extLst>
          </p:cNvPr>
          <p:cNvSpPr txBox="1"/>
          <p:nvPr userDrawn="1"/>
        </p:nvSpPr>
        <p:spPr>
          <a:xfrm>
            <a:off x="8627294" y="132569"/>
            <a:ext cx="4765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364B33D-2A9C-4398-A227-C3E0D41962E9}" type="slidenum">
              <a:rPr lang="en-US" sz="1400" smtClean="0">
                <a:solidFill>
                  <a:schemeClr val="bg1"/>
                </a:solidFill>
              </a:rPr>
              <a:pPr algn="ctr"/>
              <a:t>‹#›</a:t>
            </a:fld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323D9BAD-112B-4B25-98BD-4566C69D0021}"/>
              </a:ext>
            </a:extLst>
          </p:cNvPr>
          <p:cNvSpPr txBox="1"/>
          <p:nvPr userDrawn="1"/>
        </p:nvSpPr>
        <p:spPr>
          <a:xfrm>
            <a:off x="1233261" y="6314442"/>
            <a:ext cx="2484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kern="1200" dirty="0">
                <a:solidFill>
                  <a:schemeClr val="bg1">
                    <a:lumMod val="75000"/>
                  </a:schemeClr>
                </a:solidFill>
                <a:latin typeface="+mj-lt"/>
                <a:ea typeface="+mn-ea"/>
                <a:cs typeface="+mn-cs"/>
              </a:rPr>
              <a:t>THE WORLD’S #1 NAMING COMPANY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DA24EE-207E-70D9-8263-D68A4BCEDA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1"/>
            <a:ext cx="9144000" cy="20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74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</p:sldLayoutIdLst>
  <p:txStyles>
    <p:titleStyle>
      <a:lvl1pPr marL="119063" indent="0" algn="l" defTabSz="914400" rtl="0" eaLnBrk="1" latinLnBrk="0" hangingPunct="1">
        <a:lnSpc>
          <a:spcPct val="90000"/>
        </a:lnSpc>
        <a:spcBef>
          <a:spcPct val="0"/>
        </a:spcBef>
        <a:buNone/>
        <a:tabLst/>
        <a:defRPr sz="2800" b="0" i="0" kern="1200">
          <a:solidFill>
            <a:srgbClr val="1D3D7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just" defTabSz="914400" rtl="0" eaLnBrk="1" latinLnBrk="0" hangingPunct="1">
        <a:lnSpc>
          <a:spcPct val="100000"/>
        </a:lnSpc>
        <a:spcBef>
          <a:spcPts val="0"/>
        </a:spcBef>
        <a:buClr>
          <a:srgbClr val="1E3D7D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just" defTabSz="914400" rtl="0" eaLnBrk="1" latinLnBrk="0" hangingPunct="1">
        <a:lnSpc>
          <a:spcPct val="100000"/>
        </a:lnSpc>
        <a:spcBef>
          <a:spcPts val="0"/>
        </a:spcBef>
        <a:buClr>
          <a:srgbClr val="1E3D7D"/>
        </a:buClr>
        <a:buFont typeface="Courier New" panose="02070309020205020404" pitchFamily="49" charset="0"/>
        <a:buChar char="o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just" defTabSz="914400" rtl="0" eaLnBrk="1" latinLnBrk="0" hangingPunct="1">
        <a:lnSpc>
          <a:spcPct val="100000"/>
        </a:lnSpc>
        <a:spcBef>
          <a:spcPts val="0"/>
        </a:spcBef>
        <a:buClr>
          <a:srgbClr val="1E3D7D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just" defTabSz="914400" rtl="0" eaLnBrk="1" latinLnBrk="0" hangingPunct="1">
        <a:lnSpc>
          <a:spcPct val="100000"/>
        </a:lnSpc>
        <a:spcBef>
          <a:spcPts val="0"/>
        </a:spcBef>
        <a:buClr>
          <a:srgbClr val="1E3D7D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just" defTabSz="914400" rtl="0" eaLnBrk="1" latinLnBrk="0" hangingPunct="1">
        <a:lnSpc>
          <a:spcPct val="100000"/>
        </a:lnSpc>
        <a:spcBef>
          <a:spcPts val="0"/>
        </a:spcBef>
        <a:buClr>
          <a:srgbClr val="1E3D7D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450850" y="5029200"/>
            <a:ext cx="4089400" cy="49212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</a:ln>
        </p:spPr>
        <p:txBody>
          <a:bodyPr tIns="91440" bIns="91440">
            <a:spAutoFit/>
          </a:bodyPr>
          <a:lstStyle/>
          <a:p>
            <a:pPr algn="ctr" eaLnBrk="1" hangingPunct="1">
              <a:defRPr/>
            </a:pPr>
            <a:r>
              <a:rPr lang="en-US" sz="2000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Arial" charset="0"/>
              </a:rPr>
              <a:t>[New Names]</a:t>
            </a:r>
          </a:p>
        </p:txBody>
      </p:sp>
      <p:sp>
        <p:nvSpPr>
          <p:cNvPr id="4099" name="TextBox 24"/>
          <p:cNvSpPr txBox="1">
            <a:spLocks noChangeArrowheads="1"/>
          </p:cNvSpPr>
          <p:nvPr/>
        </p:nvSpPr>
        <p:spPr bwMode="auto">
          <a:xfrm>
            <a:off x="2309813" y="5638800"/>
            <a:ext cx="8080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l" eaLnBrk="1" hangingPunct="1">
              <a:buClrTx/>
              <a:buFontTx/>
              <a:buNone/>
            </a:pPr>
            <a:r>
              <a:rPr lang="en-US" altLang="en-US" sz="1600" dirty="0"/>
              <a:t>Neutral</a:t>
            </a:r>
          </a:p>
        </p:txBody>
      </p:sp>
      <p:sp>
        <p:nvSpPr>
          <p:cNvPr id="4100" name="TextBox 25"/>
          <p:cNvSpPr txBox="1">
            <a:spLocks noChangeArrowheads="1"/>
          </p:cNvSpPr>
          <p:nvPr/>
        </p:nvSpPr>
        <p:spPr bwMode="auto">
          <a:xfrm>
            <a:off x="7696200" y="5656263"/>
            <a:ext cx="9175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l" eaLnBrk="1" hangingPunct="1">
              <a:buClrTx/>
              <a:buFontTx/>
              <a:buNone/>
            </a:pPr>
            <a:r>
              <a:rPr lang="en-US" altLang="en-US" sz="1600" dirty="0"/>
              <a:t>Negative</a:t>
            </a:r>
          </a:p>
        </p:txBody>
      </p:sp>
      <p:sp>
        <p:nvSpPr>
          <p:cNvPr id="4101" name="Oval 33"/>
          <p:cNvSpPr>
            <a:spLocks noChangeArrowheads="1"/>
          </p:cNvSpPr>
          <p:nvPr/>
        </p:nvSpPr>
        <p:spPr bwMode="auto">
          <a:xfrm>
            <a:off x="2171700" y="5730875"/>
            <a:ext cx="152400" cy="152400"/>
          </a:xfrm>
          <a:prstGeom prst="ellips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endParaRPr lang="en-US" altLang="en-US" sz="1200">
              <a:latin typeface="Arial Narrow" panose="020B0606020202030204" pitchFamily="34" charset="0"/>
            </a:endParaRPr>
          </a:p>
        </p:txBody>
      </p:sp>
      <p:sp>
        <p:nvSpPr>
          <p:cNvPr id="4102" name="Oval 34"/>
          <p:cNvSpPr>
            <a:spLocks noChangeArrowheads="1"/>
          </p:cNvSpPr>
          <p:nvPr/>
        </p:nvSpPr>
        <p:spPr bwMode="auto">
          <a:xfrm>
            <a:off x="7569200" y="5732463"/>
            <a:ext cx="152400" cy="152400"/>
          </a:xfrm>
          <a:prstGeom prst="ellips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endParaRPr lang="en-US" altLang="en-US" sz="1200">
              <a:latin typeface="Arial Narrow" panose="020B0606020202030204" pitchFamily="34" charset="0"/>
            </a:endParaRPr>
          </a:p>
        </p:txBody>
      </p:sp>
      <p:sp>
        <p:nvSpPr>
          <p:cNvPr id="4103" name="TextBox 1"/>
          <p:cNvSpPr txBox="1">
            <a:spLocks noChangeArrowheads="1"/>
          </p:cNvSpPr>
          <p:nvPr/>
        </p:nvSpPr>
        <p:spPr bwMode="auto">
          <a:xfrm>
            <a:off x="262408" y="211446"/>
            <a:ext cx="855568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l" eaLnBrk="1" hangingPunct="1">
              <a:buClrTx/>
              <a:buFontTx/>
              <a:buNone/>
            </a:pPr>
            <a:r>
              <a:rPr lang="en-US" altLang="en-US" sz="2800" dirty="0">
                <a:solidFill>
                  <a:srgbClr val="1F497D"/>
                </a:solidFill>
                <a:latin typeface="+mn-lt"/>
                <a:ea typeface="Verdana" panose="020B0604030504040204" pitchFamily="34" charset="0"/>
              </a:rPr>
              <a:t>Category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029200"/>
            <a:ext cx="3941763" cy="49212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</a:ln>
        </p:spPr>
        <p:txBody>
          <a:bodyPr tIns="91440" bIns="91440">
            <a:spAutoFit/>
          </a:bodyPr>
          <a:lstStyle/>
          <a:p>
            <a:pPr algn="ctr" eaLnBrk="1" hangingPunct="1">
              <a:defRPr/>
            </a:pPr>
            <a:r>
              <a:rPr lang="en-US" sz="2000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Arial" charset="0"/>
              </a:rPr>
              <a:t>[Comments]</a:t>
            </a:r>
          </a:p>
        </p:txBody>
      </p:sp>
      <p:sp>
        <p:nvSpPr>
          <p:cNvPr id="4106" name="TextBox 24"/>
          <p:cNvSpPr txBox="1">
            <a:spLocks noChangeArrowheads="1"/>
          </p:cNvSpPr>
          <p:nvPr/>
        </p:nvSpPr>
        <p:spPr bwMode="auto">
          <a:xfrm>
            <a:off x="642938" y="5638800"/>
            <a:ext cx="8318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l" eaLnBrk="1" hangingPunct="1">
              <a:buClrTx/>
              <a:buFontTx/>
              <a:buNone/>
            </a:pPr>
            <a:r>
              <a:rPr lang="en-US" altLang="en-US" sz="1600" dirty="0"/>
              <a:t>Positive</a:t>
            </a:r>
          </a:p>
        </p:txBody>
      </p:sp>
      <p:sp>
        <p:nvSpPr>
          <p:cNvPr id="4107" name="Oval 33"/>
          <p:cNvSpPr>
            <a:spLocks noChangeArrowheads="1"/>
          </p:cNvSpPr>
          <p:nvPr/>
        </p:nvSpPr>
        <p:spPr bwMode="auto">
          <a:xfrm>
            <a:off x="504825" y="5730875"/>
            <a:ext cx="152400" cy="152400"/>
          </a:xfrm>
          <a:prstGeom prst="ellips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endParaRPr lang="en-US" altLang="en-US" sz="1200">
              <a:latin typeface="Arial Narrow" panose="020B0606020202030204" pitchFamily="34" charset="0"/>
            </a:endParaRPr>
          </a:p>
        </p:txBody>
      </p:sp>
      <p:sp>
        <p:nvSpPr>
          <p:cNvPr id="12" name="TextBox 1"/>
          <p:cNvSpPr txBox="1">
            <a:spLocks noChangeArrowheads="1"/>
          </p:cNvSpPr>
          <p:nvPr/>
        </p:nvSpPr>
        <p:spPr bwMode="auto">
          <a:xfrm>
            <a:off x="1019778" y="1091458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15" name="TextBox 1"/>
          <p:cNvSpPr txBox="1">
            <a:spLocks noChangeArrowheads="1"/>
          </p:cNvSpPr>
          <p:nvPr/>
        </p:nvSpPr>
        <p:spPr bwMode="auto">
          <a:xfrm>
            <a:off x="1027475" y="1919746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16" name="TextBox 1"/>
          <p:cNvSpPr txBox="1">
            <a:spLocks noChangeArrowheads="1"/>
          </p:cNvSpPr>
          <p:nvPr/>
        </p:nvSpPr>
        <p:spPr bwMode="auto">
          <a:xfrm>
            <a:off x="1027475" y="2739312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17" name="TextBox 1"/>
          <p:cNvSpPr txBox="1">
            <a:spLocks noChangeArrowheads="1"/>
          </p:cNvSpPr>
          <p:nvPr/>
        </p:nvSpPr>
        <p:spPr bwMode="auto">
          <a:xfrm>
            <a:off x="1027475" y="3613809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18" name="TextBox 1"/>
          <p:cNvSpPr txBox="1">
            <a:spLocks noChangeArrowheads="1"/>
          </p:cNvSpPr>
          <p:nvPr/>
        </p:nvSpPr>
        <p:spPr bwMode="auto">
          <a:xfrm>
            <a:off x="1027475" y="4427008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351898-37F4-7FF0-9ED8-E9CD15414E61}"/>
              </a:ext>
            </a:extLst>
          </p:cNvPr>
          <p:cNvSpPr/>
          <p:nvPr/>
        </p:nvSpPr>
        <p:spPr>
          <a:xfrm>
            <a:off x="787401" y="1159001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E44089-D6DE-628B-9609-3A34E46D8C87}"/>
              </a:ext>
            </a:extLst>
          </p:cNvPr>
          <p:cNvSpPr/>
          <p:nvPr/>
        </p:nvSpPr>
        <p:spPr>
          <a:xfrm>
            <a:off x="787401" y="1994195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2D85E0-3037-04EB-BA12-55ACFF860B16}"/>
              </a:ext>
            </a:extLst>
          </p:cNvPr>
          <p:cNvSpPr/>
          <p:nvPr/>
        </p:nvSpPr>
        <p:spPr>
          <a:xfrm>
            <a:off x="792588" y="2810249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3BB7CD-E92D-9CDC-E1D5-51486CB7C82B}"/>
              </a:ext>
            </a:extLst>
          </p:cNvPr>
          <p:cNvSpPr/>
          <p:nvPr/>
        </p:nvSpPr>
        <p:spPr>
          <a:xfrm>
            <a:off x="796075" y="366184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F9C03-D0B9-CDA0-65BC-E998720BBB88}"/>
              </a:ext>
            </a:extLst>
          </p:cNvPr>
          <p:cNvSpPr/>
          <p:nvPr/>
        </p:nvSpPr>
        <p:spPr>
          <a:xfrm>
            <a:off x="796075" y="449692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851BBCB0-00F0-CDEB-9099-96A7DCD221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78" y="1503323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048756FD-BA8A-E102-DA10-53E4710E78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78" y="2346783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26" name="TextBox 1">
            <a:extLst>
              <a:ext uri="{FF2B5EF4-FFF2-40B4-BE49-F238E27FC236}">
                <a16:creationId xmlns:a16="http://schemas.microsoft.com/office/drawing/2014/main" id="{601568C5-CBCD-616A-B58E-B7A527FBE8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7475" y="3173249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27" name="TextBox 1">
            <a:extLst>
              <a:ext uri="{FF2B5EF4-FFF2-40B4-BE49-F238E27FC236}">
                <a16:creationId xmlns:a16="http://schemas.microsoft.com/office/drawing/2014/main" id="{39B606A1-6B48-45C4-DEB0-69DB28D9F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7475" y="3998606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27CDB8B-2F49-B678-3A55-1510D8FCBE40}"/>
              </a:ext>
            </a:extLst>
          </p:cNvPr>
          <p:cNvSpPr/>
          <p:nvPr/>
        </p:nvSpPr>
        <p:spPr>
          <a:xfrm>
            <a:off x="787401" y="157659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8E1326-3DDD-9FD1-2815-70A04F654377}"/>
              </a:ext>
            </a:extLst>
          </p:cNvPr>
          <p:cNvSpPr/>
          <p:nvPr/>
        </p:nvSpPr>
        <p:spPr>
          <a:xfrm>
            <a:off x="796075" y="2421580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2CC619-1800-8D12-EBC4-8963BEA990DB}"/>
              </a:ext>
            </a:extLst>
          </p:cNvPr>
          <p:cNvSpPr/>
          <p:nvPr/>
        </p:nvSpPr>
        <p:spPr>
          <a:xfrm>
            <a:off x="796075" y="3237634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4BEFA7-DCD0-B45B-759A-82714B5A60A3}"/>
              </a:ext>
            </a:extLst>
          </p:cNvPr>
          <p:cNvSpPr/>
          <p:nvPr/>
        </p:nvSpPr>
        <p:spPr>
          <a:xfrm>
            <a:off x="792588" y="4071934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2" name="TextBox 1">
            <a:extLst>
              <a:ext uri="{FF2B5EF4-FFF2-40B4-BE49-F238E27FC236}">
                <a16:creationId xmlns:a16="http://schemas.microsoft.com/office/drawing/2014/main" id="{CE668C05-55DD-F689-165F-9643431100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6627" y="1089678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33" name="TextBox 1">
            <a:extLst>
              <a:ext uri="{FF2B5EF4-FFF2-40B4-BE49-F238E27FC236}">
                <a16:creationId xmlns:a16="http://schemas.microsoft.com/office/drawing/2014/main" id="{0711F892-8CCA-BCC0-2DE5-2C0AF3085D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24" y="1917966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34" name="TextBox 1">
            <a:extLst>
              <a:ext uri="{FF2B5EF4-FFF2-40B4-BE49-F238E27FC236}">
                <a16:creationId xmlns:a16="http://schemas.microsoft.com/office/drawing/2014/main" id="{FDBA3D6E-A3EE-6973-1D00-8F54E29723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24" y="2737532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35" name="TextBox 1">
            <a:extLst>
              <a:ext uri="{FF2B5EF4-FFF2-40B4-BE49-F238E27FC236}">
                <a16:creationId xmlns:a16="http://schemas.microsoft.com/office/drawing/2014/main" id="{802B4A20-0371-040F-48AE-32D0BAA9A2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24" y="3612029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989EE3CF-51CB-DF71-4664-D75998760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24" y="4425228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A8CF7E-AE12-A47D-525A-0D3A9AB54758}"/>
              </a:ext>
            </a:extLst>
          </p:cNvPr>
          <p:cNvSpPr/>
          <p:nvPr/>
        </p:nvSpPr>
        <p:spPr>
          <a:xfrm>
            <a:off x="3484250" y="1157221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818B686-C526-D4D4-FF04-ED073AADE8E0}"/>
              </a:ext>
            </a:extLst>
          </p:cNvPr>
          <p:cNvSpPr/>
          <p:nvPr/>
        </p:nvSpPr>
        <p:spPr>
          <a:xfrm>
            <a:off x="3484250" y="1992415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823EC7-CC4A-531F-CCA8-459AA55E5DB3}"/>
              </a:ext>
            </a:extLst>
          </p:cNvPr>
          <p:cNvSpPr/>
          <p:nvPr/>
        </p:nvSpPr>
        <p:spPr>
          <a:xfrm>
            <a:off x="3489437" y="2808469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42878E2-926B-F821-B960-FAABC21FC94E}"/>
              </a:ext>
            </a:extLst>
          </p:cNvPr>
          <p:cNvSpPr/>
          <p:nvPr/>
        </p:nvSpPr>
        <p:spPr>
          <a:xfrm>
            <a:off x="3492924" y="366006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59E788A-8BF2-9A95-0491-07DD8EC7114D}"/>
              </a:ext>
            </a:extLst>
          </p:cNvPr>
          <p:cNvSpPr/>
          <p:nvPr/>
        </p:nvSpPr>
        <p:spPr>
          <a:xfrm>
            <a:off x="3492924" y="449514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2" name="TextBox 1">
            <a:extLst>
              <a:ext uri="{FF2B5EF4-FFF2-40B4-BE49-F238E27FC236}">
                <a16:creationId xmlns:a16="http://schemas.microsoft.com/office/drawing/2014/main" id="{7C9670DB-538D-2AD9-B4FA-EAD1B0979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6627" y="1501543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CA392A98-0162-D015-A82C-583A4CA632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6627" y="2345003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44" name="TextBox 1">
            <a:extLst>
              <a:ext uri="{FF2B5EF4-FFF2-40B4-BE49-F238E27FC236}">
                <a16:creationId xmlns:a16="http://schemas.microsoft.com/office/drawing/2014/main" id="{13E7812A-5A0D-1125-BD02-DC576031B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24" y="3171469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45" name="TextBox 1">
            <a:extLst>
              <a:ext uri="{FF2B5EF4-FFF2-40B4-BE49-F238E27FC236}">
                <a16:creationId xmlns:a16="http://schemas.microsoft.com/office/drawing/2014/main" id="{FCCF6010-3085-9B97-0D1C-80C99B9637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24" y="3996826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8725FD1-7E70-2CE1-D2AE-EB0F9D4A2CAA}"/>
              </a:ext>
            </a:extLst>
          </p:cNvPr>
          <p:cNvSpPr/>
          <p:nvPr/>
        </p:nvSpPr>
        <p:spPr>
          <a:xfrm>
            <a:off x="3484250" y="157481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4D9EBE-C79D-44BD-B18C-6CA0067F1502}"/>
              </a:ext>
            </a:extLst>
          </p:cNvPr>
          <p:cNvSpPr/>
          <p:nvPr/>
        </p:nvSpPr>
        <p:spPr>
          <a:xfrm>
            <a:off x="3492924" y="2419800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D9C1E9-578E-B4E3-EB95-619D5C1D1205}"/>
              </a:ext>
            </a:extLst>
          </p:cNvPr>
          <p:cNvSpPr/>
          <p:nvPr/>
        </p:nvSpPr>
        <p:spPr>
          <a:xfrm>
            <a:off x="3492924" y="3235854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5B3D024-FCEA-F344-57C9-A41E21CC9AD1}"/>
              </a:ext>
            </a:extLst>
          </p:cNvPr>
          <p:cNvSpPr/>
          <p:nvPr/>
        </p:nvSpPr>
        <p:spPr>
          <a:xfrm>
            <a:off x="3489437" y="4070154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0" name="TextBox 1">
            <a:extLst>
              <a:ext uri="{FF2B5EF4-FFF2-40B4-BE49-F238E27FC236}">
                <a16:creationId xmlns:a16="http://schemas.microsoft.com/office/drawing/2014/main" id="{027F9358-5E74-0BEF-079C-69EA159275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8692" y="1088627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51" name="TextBox 1">
            <a:extLst>
              <a:ext uri="{FF2B5EF4-FFF2-40B4-BE49-F238E27FC236}">
                <a16:creationId xmlns:a16="http://schemas.microsoft.com/office/drawing/2014/main" id="{7642816B-3565-178A-6FF7-0EB662BE1D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6389" y="1916915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52" name="TextBox 1">
            <a:extLst>
              <a:ext uri="{FF2B5EF4-FFF2-40B4-BE49-F238E27FC236}">
                <a16:creationId xmlns:a16="http://schemas.microsoft.com/office/drawing/2014/main" id="{67CF37B4-7A50-B490-57E9-88733E55D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6389" y="2736481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53" name="TextBox 1">
            <a:extLst>
              <a:ext uri="{FF2B5EF4-FFF2-40B4-BE49-F238E27FC236}">
                <a16:creationId xmlns:a16="http://schemas.microsoft.com/office/drawing/2014/main" id="{7C16B492-8D3E-CCC5-EBED-7DD0E12E3D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6389" y="3610978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54" name="TextBox 1">
            <a:extLst>
              <a:ext uri="{FF2B5EF4-FFF2-40B4-BE49-F238E27FC236}">
                <a16:creationId xmlns:a16="http://schemas.microsoft.com/office/drawing/2014/main" id="{8E2330C6-0E4D-BC05-58BE-9857203262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6389" y="4424177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89F1A6F-9BAD-7298-7D24-278AF23F5AF2}"/>
              </a:ext>
            </a:extLst>
          </p:cNvPr>
          <p:cNvSpPr/>
          <p:nvPr/>
        </p:nvSpPr>
        <p:spPr>
          <a:xfrm>
            <a:off x="6196315" y="1156170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CFE0E46-90B3-6E5D-EF56-98FC7CE40483}"/>
              </a:ext>
            </a:extLst>
          </p:cNvPr>
          <p:cNvSpPr/>
          <p:nvPr/>
        </p:nvSpPr>
        <p:spPr>
          <a:xfrm>
            <a:off x="6196315" y="1991364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C75D118-35D3-BC9D-B517-7B76375F2399}"/>
              </a:ext>
            </a:extLst>
          </p:cNvPr>
          <p:cNvSpPr/>
          <p:nvPr/>
        </p:nvSpPr>
        <p:spPr>
          <a:xfrm>
            <a:off x="6201502" y="2807418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E44BA8E-0C88-C1AB-C864-5D4CB5470285}"/>
              </a:ext>
            </a:extLst>
          </p:cNvPr>
          <p:cNvSpPr/>
          <p:nvPr/>
        </p:nvSpPr>
        <p:spPr>
          <a:xfrm>
            <a:off x="6204989" y="3659017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BA53148-EABE-BFB0-E543-827B444C4720}"/>
              </a:ext>
            </a:extLst>
          </p:cNvPr>
          <p:cNvSpPr/>
          <p:nvPr/>
        </p:nvSpPr>
        <p:spPr>
          <a:xfrm>
            <a:off x="6204989" y="4494097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0" name="TextBox 1">
            <a:extLst>
              <a:ext uri="{FF2B5EF4-FFF2-40B4-BE49-F238E27FC236}">
                <a16:creationId xmlns:a16="http://schemas.microsoft.com/office/drawing/2014/main" id="{D72D7121-759F-E9F5-C263-C51D9B67A6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8692" y="1500492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61" name="TextBox 1">
            <a:extLst>
              <a:ext uri="{FF2B5EF4-FFF2-40B4-BE49-F238E27FC236}">
                <a16:creationId xmlns:a16="http://schemas.microsoft.com/office/drawing/2014/main" id="{7B4A49DF-699D-0D85-F463-C82C253C7A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8692" y="2343952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62" name="TextBox 1">
            <a:extLst>
              <a:ext uri="{FF2B5EF4-FFF2-40B4-BE49-F238E27FC236}">
                <a16:creationId xmlns:a16="http://schemas.microsoft.com/office/drawing/2014/main" id="{664D5160-E92C-A785-C9F9-9B3F44A1B5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6389" y="3170418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B7DD9C68-C6AC-B8B0-A932-AE3167DD12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6389" y="3995775"/>
            <a:ext cx="14009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just">
              <a:buClr>
                <a:srgbClr val="1E3D7D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algn="just">
              <a:buClr>
                <a:srgbClr val="1E3D7D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algn="just"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1E3D7D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buClrTx/>
              <a:buFontTx/>
              <a:buNone/>
            </a:pPr>
            <a:r>
              <a:rPr lang="en-US" altLang="en-US" sz="1400" dirty="0"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Name Candidate</a:t>
            </a:r>
          </a:p>
        </p:txBody>
      </p:sp>
      <p:sp>
        <p:nvSpPr>
          <p:cNvPr id="4096" name="Rectangle 4095">
            <a:extLst>
              <a:ext uri="{FF2B5EF4-FFF2-40B4-BE49-F238E27FC236}">
                <a16:creationId xmlns:a16="http://schemas.microsoft.com/office/drawing/2014/main" id="{137549EA-DC80-E8A3-6E58-E813E4F64B2E}"/>
              </a:ext>
            </a:extLst>
          </p:cNvPr>
          <p:cNvSpPr/>
          <p:nvPr/>
        </p:nvSpPr>
        <p:spPr>
          <a:xfrm>
            <a:off x="6196315" y="1573767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97" name="Rectangle 4096">
            <a:extLst>
              <a:ext uri="{FF2B5EF4-FFF2-40B4-BE49-F238E27FC236}">
                <a16:creationId xmlns:a16="http://schemas.microsoft.com/office/drawing/2014/main" id="{6B14F867-556B-E924-7C04-CAFA6F87F465}"/>
              </a:ext>
            </a:extLst>
          </p:cNvPr>
          <p:cNvSpPr/>
          <p:nvPr/>
        </p:nvSpPr>
        <p:spPr>
          <a:xfrm>
            <a:off x="6204989" y="2418749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98" name="Rectangle 4097">
            <a:extLst>
              <a:ext uri="{FF2B5EF4-FFF2-40B4-BE49-F238E27FC236}">
                <a16:creationId xmlns:a16="http://schemas.microsoft.com/office/drawing/2014/main" id="{E37D3333-DE3E-2547-3E5D-1A8889683B90}"/>
              </a:ext>
            </a:extLst>
          </p:cNvPr>
          <p:cNvSpPr/>
          <p:nvPr/>
        </p:nvSpPr>
        <p:spPr>
          <a:xfrm>
            <a:off x="6204989" y="3234803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04" name="Rectangle 4103">
            <a:extLst>
              <a:ext uri="{FF2B5EF4-FFF2-40B4-BE49-F238E27FC236}">
                <a16:creationId xmlns:a16="http://schemas.microsoft.com/office/drawing/2014/main" id="{27737E59-4534-F8F4-A128-7AE9F5A81280}"/>
              </a:ext>
            </a:extLst>
          </p:cNvPr>
          <p:cNvSpPr/>
          <p:nvPr/>
        </p:nvSpPr>
        <p:spPr>
          <a:xfrm>
            <a:off x="6201502" y="4069103"/>
            <a:ext cx="137160" cy="1371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25785279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23427d8a725826adad8c81745327cd03b527b30"/>
  <p:tag name="ISPRING_RESOURCE_PATHS_HASH_PRESENTER" val="a879f9ffcf2a1890cedd1b0be567bf5b33ce22c"/>
</p:tagLst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BI-THEME</Template>
  <TotalTime>4817</TotalTime>
  <Words>65</Words>
  <Application>Microsoft Office PowerPoint</Application>
  <PresentationFormat>On-screen Show (4:3)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Narrow</vt:lpstr>
      <vt:lpstr>Calibri</vt:lpstr>
      <vt:lpstr>Calibri Light</vt:lpstr>
      <vt:lpstr>Courier New</vt:lpstr>
      <vt:lpstr>Wingdings</vt:lpstr>
      <vt:lpstr>1_Office Theme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pboothkur</dc:creator>
  <cp:lastModifiedBy>Cesar Vega</cp:lastModifiedBy>
  <cp:revision>1088</cp:revision>
  <dcterms:created xsi:type="dcterms:W3CDTF">2013-08-08T20:48:04Z</dcterms:created>
  <dcterms:modified xsi:type="dcterms:W3CDTF">2025-10-07T18:58:52Z</dcterms:modified>
</cp:coreProperties>
</file>