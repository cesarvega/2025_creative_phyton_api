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8" d="100"/>
          <a:sy n="58" d="100"/>
        </p:scale>
        <p:origin x="154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1293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01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04831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628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2384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712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228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54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567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75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149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5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" y="2590800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3600" b="1" dirty="0">
                <a:solidFill>
                  <a:srgbClr val="000066"/>
                </a:solidFill>
                <a:latin typeface="+mn-lt"/>
              </a:rPr>
              <a:t>Category2</a:t>
            </a: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21879" y="1752600"/>
            <a:ext cx="91221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+mn-lt"/>
              </a:rPr>
              <a:t>Category1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4751</TotalTime>
  <Words>2</Words>
  <Application>Microsoft Office PowerPoint</Application>
  <PresentationFormat>On-screen Show (4:3)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1079</cp:revision>
  <dcterms:created xsi:type="dcterms:W3CDTF">2013-08-08T20:48:04Z</dcterms:created>
  <dcterms:modified xsi:type="dcterms:W3CDTF">2023-03-07T18:09:03Z</dcterms:modified>
</cp:coreProperties>
</file>