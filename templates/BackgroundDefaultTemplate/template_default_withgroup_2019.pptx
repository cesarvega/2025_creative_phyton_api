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5"/>
  </p:notesMasterIdLst>
  <p:handoutMasterIdLst>
    <p:handoutMasterId r:id="rId6"/>
  </p:handoutMasterIdLst>
  <p:sldIdLst>
    <p:sldId id="323" r:id="rId2"/>
    <p:sldId id="347" r:id="rId3"/>
    <p:sldId id="348" r:id="rId4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 autoAdjust="0"/>
    <p:restoredTop sz="94689"/>
  </p:normalViewPr>
  <p:slideViewPr>
    <p:cSldViewPr>
      <p:cViewPr varScale="1">
        <p:scale>
          <a:sx n="63" d="100"/>
          <a:sy n="63" d="100"/>
        </p:scale>
        <p:origin x="1400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745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35010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1293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3285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82070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87204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37832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49411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9296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856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3663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197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67892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265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265113" y="5059025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Names]</a:t>
            </a:r>
          </a:p>
        </p:txBody>
      </p:sp>
      <p:sp>
        <p:nvSpPr>
          <p:cNvPr id="4099" name="TextBox 24"/>
          <p:cNvSpPr txBox="1">
            <a:spLocks noChangeArrowheads="1"/>
          </p:cNvSpPr>
          <p:nvPr/>
        </p:nvSpPr>
        <p:spPr bwMode="auto">
          <a:xfrm>
            <a:off x="2309813" y="57150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/>
              <a:t>Neutral</a:t>
            </a:r>
          </a:p>
        </p:txBody>
      </p:sp>
      <p:sp>
        <p:nvSpPr>
          <p:cNvPr id="4100" name="TextBox 25"/>
          <p:cNvSpPr txBox="1">
            <a:spLocks noChangeArrowheads="1"/>
          </p:cNvSpPr>
          <p:nvPr/>
        </p:nvSpPr>
        <p:spPr bwMode="auto">
          <a:xfrm>
            <a:off x="7696200" y="57324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/>
              <a:t>Negative</a:t>
            </a:r>
          </a:p>
        </p:txBody>
      </p:sp>
      <p:sp>
        <p:nvSpPr>
          <p:cNvPr id="4101" name="Oval 33"/>
          <p:cNvSpPr>
            <a:spLocks noChangeArrowheads="1"/>
          </p:cNvSpPr>
          <p:nvPr/>
        </p:nvSpPr>
        <p:spPr bwMode="auto">
          <a:xfrm>
            <a:off x="2171700" y="58070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102" name="Oval 34"/>
          <p:cNvSpPr>
            <a:spLocks noChangeArrowheads="1"/>
          </p:cNvSpPr>
          <p:nvPr/>
        </p:nvSpPr>
        <p:spPr bwMode="auto">
          <a:xfrm>
            <a:off x="7569200" y="58086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103" name="TextBox 1"/>
          <p:cNvSpPr txBox="1">
            <a:spLocks noChangeArrowheads="1"/>
          </p:cNvSpPr>
          <p:nvPr/>
        </p:nvSpPr>
        <p:spPr bwMode="auto">
          <a:xfrm>
            <a:off x="236003" y="152400"/>
            <a:ext cx="77692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2800" dirty="0">
                <a:solidFill>
                  <a:srgbClr val="1F497D"/>
                </a:solidFill>
                <a:latin typeface="+mn-lt"/>
                <a:ea typeface="Verdana" panose="020B0604030504040204" pitchFamily="34" charset="0"/>
              </a:rPr>
              <a:t>Category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037431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24" name="TextBox 3"/>
          <p:cNvSpPr txBox="1">
            <a:spLocks noChangeArrowheads="1"/>
          </p:cNvSpPr>
          <p:nvPr/>
        </p:nvSpPr>
        <p:spPr bwMode="auto">
          <a:xfrm>
            <a:off x="643148" y="1186776"/>
            <a:ext cx="8204635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106" name="TextBox 24"/>
          <p:cNvSpPr txBox="1">
            <a:spLocks noChangeArrowheads="1"/>
          </p:cNvSpPr>
          <p:nvPr/>
        </p:nvSpPr>
        <p:spPr bwMode="auto">
          <a:xfrm>
            <a:off x="642938" y="57150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/>
              <a:t>Positive</a:t>
            </a:r>
          </a:p>
        </p:txBody>
      </p:sp>
      <p:sp>
        <p:nvSpPr>
          <p:cNvPr id="4107" name="Oval 33"/>
          <p:cNvSpPr>
            <a:spLocks noChangeArrowheads="1"/>
          </p:cNvSpPr>
          <p:nvPr/>
        </p:nvSpPr>
        <p:spPr bwMode="auto">
          <a:xfrm>
            <a:off x="504825" y="58070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0850" y="48768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Names]</a:t>
            </a:r>
          </a:p>
        </p:txBody>
      </p:sp>
      <p:sp>
        <p:nvSpPr>
          <p:cNvPr id="6147" name="TextBox 1"/>
          <p:cNvSpPr txBox="1">
            <a:spLocks noChangeArrowheads="1"/>
          </p:cNvSpPr>
          <p:nvPr/>
        </p:nvSpPr>
        <p:spPr bwMode="auto">
          <a:xfrm>
            <a:off x="178032" y="143858"/>
            <a:ext cx="148162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800" dirty="0">
                <a:solidFill>
                  <a:srgbClr val="1F497D"/>
                </a:solidFill>
                <a:latin typeface="+mn-lt"/>
                <a:ea typeface="Verdana" panose="020B0604030504040204" pitchFamily="34" charset="0"/>
              </a:rPr>
              <a:t>Category</a:t>
            </a:r>
          </a:p>
        </p:txBody>
      </p:sp>
      <p:sp>
        <p:nvSpPr>
          <p:cNvPr id="6148" name="TextBox 2"/>
          <p:cNvSpPr txBox="1">
            <a:spLocks noChangeArrowheads="1"/>
          </p:cNvSpPr>
          <p:nvPr/>
        </p:nvSpPr>
        <p:spPr bwMode="auto">
          <a:xfrm>
            <a:off x="98425" y="1147763"/>
            <a:ext cx="8726488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6600" b="1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</a:t>
            </a:r>
            <a:r>
              <a:rPr lang="en-US" altLang="en-US" sz="6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en-US" sz="6600" b="1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Candidate</a:t>
            </a:r>
          </a:p>
        </p:txBody>
      </p:sp>
      <p:sp>
        <p:nvSpPr>
          <p:cNvPr id="6149" name="TextBox 3"/>
          <p:cNvSpPr txBox="1">
            <a:spLocks noChangeArrowheads="1"/>
          </p:cNvSpPr>
          <p:nvPr/>
        </p:nvSpPr>
        <p:spPr bwMode="auto">
          <a:xfrm>
            <a:off x="185738" y="4098925"/>
            <a:ext cx="866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Rationale Goes Here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8768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6151" name="TextBox 3"/>
          <p:cNvSpPr txBox="1">
            <a:spLocks noChangeArrowheads="1"/>
          </p:cNvSpPr>
          <p:nvPr/>
        </p:nvSpPr>
        <p:spPr bwMode="auto">
          <a:xfrm>
            <a:off x="288925" y="2176463"/>
            <a:ext cx="866140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Pronunciation/</a:t>
            </a:r>
            <a:r>
              <a:rPr lang="en-US" altLang="en-US" sz="20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Katakana</a:t>
            </a:r>
          </a:p>
        </p:txBody>
      </p:sp>
      <p:sp>
        <p:nvSpPr>
          <p:cNvPr id="6152" name="TextBox 24"/>
          <p:cNvSpPr txBox="1">
            <a:spLocks noChangeArrowheads="1"/>
          </p:cNvSpPr>
          <p:nvPr/>
        </p:nvSpPr>
        <p:spPr bwMode="auto">
          <a:xfrm>
            <a:off x="2309813" y="57150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 dirty="0"/>
              <a:t>Neutral</a:t>
            </a:r>
          </a:p>
        </p:txBody>
      </p:sp>
      <p:sp>
        <p:nvSpPr>
          <p:cNvPr id="6153" name="TextBox 25"/>
          <p:cNvSpPr txBox="1">
            <a:spLocks noChangeArrowheads="1"/>
          </p:cNvSpPr>
          <p:nvPr/>
        </p:nvSpPr>
        <p:spPr bwMode="auto">
          <a:xfrm>
            <a:off x="7696200" y="57324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/>
              <a:t>Negative</a:t>
            </a:r>
          </a:p>
        </p:txBody>
      </p:sp>
      <p:sp>
        <p:nvSpPr>
          <p:cNvPr id="6154" name="Oval 33"/>
          <p:cNvSpPr>
            <a:spLocks noChangeArrowheads="1"/>
          </p:cNvSpPr>
          <p:nvPr/>
        </p:nvSpPr>
        <p:spPr bwMode="auto">
          <a:xfrm>
            <a:off x="2171700" y="58070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6155" name="Oval 34"/>
          <p:cNvSpPr>
            <a:spLocks noChangeArrowheads="1"/>
          </p:cNvSpPr>
          <p:nvPr/>
        </p:nvSpPr>
        <p:spPr bwMode="auto">
          <a:xfrm>
            <a:off x="7569200" y="58086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6156" name="TextBox 24"/>
          <p:cNvSpPr txBox="1">
            <a:spLocks noChangeArrowheads="1"/>
          </p:cNvSpPr>
          <p:nvPr/>
        </p:nvSpPr>
        <p:spPr bwMode="auto">
          <a:xfrm>
            <a:off x="642938" y="57150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 dirty="0"/>
              <a:t>Positive</a:t>
            </a:r>
          </a:p>
        </p:txBody>
      </p:sp>
      <p:sp>
        <p:nvSpPr>
          <p:cNvPr id="6157" name="Oval 33"/>
          <p:cNvSpPr>
            <a:spLocks noChangeArrowheads="1"/>
          </p:cNvSpPr>
          <p:nvPr/>
        </p:nvSpPr>
        <p:spPr bwMode="auto">
          <a:xfrm>
            <a:off x="504825" y="58070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76200" y="1752600"/>
            <a:ext cx="89916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457200" indent="-457200">
              <a:tabLst>
                <a:tab pos="68580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368425" indent="-457200">
              <a:tabLst>
                <a:tab pos="68580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tabLst>
                <a:tab pos="68580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tabLst>
                <a:tab pos="68580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68580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580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580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580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8580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75000"/>
              <a:buFont typeface="Arial" panose="020B0604020202020204" pitchFamily="34" charset="0"/>
              <a:buNone/>
            </a:pPr>
            <a:endParaRPr lang="en-US" altLang="en-US" sz="3600" i="1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ctr">
              <a:buClr>
                <a:srgbClr val="000000"/>
              </a:buClr>
              <a:buSzPct val="75000"/>
            </a:pPr>
            <a:r>
              <a:rPr lang="en-US" altLang="en-US" sz="2400" b="1" dirty="0">
                <a:solidFill>
                  <a:srgbClr val="000000"/>
                </a:solidFill>
                <a:latin typeface="+mn-lt"/>
              </a:rPr>
              <a:t>Text Goes Here</a:t>
            </a:r>
          </a:p>
          <a:p>
            <a:pPr algn="ctr">
              <a:buClr>
                <a:srgbClr val="000000"/>
              </a:buClr>
              <a:buSzPct val="75000"/>
              <a:buFont typeface="Arial" panose="020B0604020202020204" pitchFamily="34" charset="0"/>
              <a:buNone/>
            </a:pPr>
            <a:endParaRPr lang="en-US" altLang="en-US" b="1" i="1" dirty="0">
              <a:solidFill>
                <a:srgbClr val="000000"/>
              </a:solidFill>
              <a:latin typeface="+mn-lt"/>
            </a:endParaRPr>
          </a:p>
          <a:p>
            <a:pPr algn="ctr">
              <a:buClr>
                <a:srgbClr val="000000"/>
              </a:buClr>
              <a:buSzPct val="75000"/>
              <a:buFont typeface="Arial" panose="020B0604020202020204" pitchFamily="34" charset="0"/>
              <a:buNone/>
            </a:pPr>
            <a:endParaRPr lang="en-US" altLang="en-US" b="1" dirty="0">
              <a:solidFill>
                <a:srgbClr val="000066"/>
              </a:solidFill>
              <a:latin typeface="+mn-lt"/>
            </a:endParaRPr>
          </a:p>
          <a:p>
            <a:pPr algn="ctr">
              <a:buClr>
                <a:srgbClr val="000000"/>
              </a:buClr>
              <a:buSzPct val="75000"/>
              <a:buFont typeface="Arial" panose="020B0604020202020204" pitchFamily="34" charset="0"/>
              <a:buNone/>
            </a:pPr>
            <a:r>
              <a:rPr lang="en-US" altLang="en-US" sz="3600" b="1" dirty="0">
                <a:solidFill>
                  <a:srgbClr val="000066"/>
                </a:solidFill>
                <a:latin typeface="+mn-lt"/>
              </a:rPr>
              <a:t>Text Goes Here</a:t>
            </a:r>
          </a:p>
          <a:p>
            <a:pPr lvl="1">
              <a:buClr>
                <a:srgbClr val="000000"/>
              </a:buClr>
              <a:buSzPct val="75000"/>
              <a:buFont typeface="Arial" panose="020B0604020202020204" pitchFamily="34" charset="0"/>
              <a:buAutoNum type="arabicPeriod"/>
            </a:pPr>
            <a:endParaRPr lang="en-US" altLang="en-US" sz="28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lvl="1">
              <a:buClr>
                <a:srgbClr val="000000"/>
              </a:buClr>
              <a:buSzPct val="75000"/>
              <a:buFont typeface="Arial" panose="020B0604020202020204" pitchFamily="34" charset="0"/>
              <a:buNone/>
            </a:pPr>
            <a:endParaRPr lang="en-US" alt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>
              <a:buClr>
                <a:srgbClr val="000000"/>
              </a:buClr>
              <a:buSzPct val="75000"/>
              <a:buFont typeface="Arial" panose="020B0604020202020204" pitchFamily="34" charset="0"/>
              <a:buNone/>
            </a:pPr>
            <a:endParaRPr lang="en-US" alt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>
              <a:buClr>
                <a:srgbClr val="000000"/>
              </a:buClr>
              <a:buSzPct val="75000"/>
              <a:buFont typeface="Arial" panose="020B0604020202020204" pitchFamily="34" charset="0"/>
              <a:buNone/>
            </a:pPr>
            <a:endParaRPr lang="en-US" altLang="en-US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4748</TotalTime>
  <Words>56</Words>
  <Application>Microsoft Office PowerPoint</Application>
  <PresentationFormat>On-screen Show (4:3)</PresentationFormat>
  <Paragraphs>42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1080</cp:revision>
  <dcterms:created xsi:type="dcterms:W3CDTF">2013-08-08T20:48:04Z</dcterms:created>
  <dcterms:modified xsi:type="dcterms:W3CDTF">2023-03-07T18:06:23Z</dcterms:modified>
</cp:coreProperties>
</file>