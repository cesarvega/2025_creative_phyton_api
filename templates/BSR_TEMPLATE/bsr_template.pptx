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3"/>
  </p:notesMasterIdLst>
  <p:sldIdLst>
    <p:sldId id="291" r:id="rId2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87E"/>
    <a:srgbClr val="000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58" d="100"/>
          <a:sy n="58" d="100"/>
        </p:scale>
        <p:origin x="152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1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6729651-2E6F-40B9-906E-0E947AFD0739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C06C4CE-27B0-4462-8830-055FB502C6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821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44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65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966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40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371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068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0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14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8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301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9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577" y="1111250"/>
            <a:ext cx="6891072" cy="4745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542" y="304800"/>
            <a:ext cx="9144000" cy="4978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Brandstorm</a:t>
            </a:r>
            <a:endParaRPr lang="en-US" b="1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39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2b61dbfd7d8f9f744fd55817ae53cdbb11e4efb"/>
  <p:tag name="ISPRING_RESOURCE_PATHS_HASH" val="a13a1cea625e35eb595b22bd03d01ed654e59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4154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Wingdings</vt:lpstr>
      <vt:lpstr>1_Office Theme</vt:lpstr>
      <vt:lpstr>Brandstorm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976</cp:revision>
  <dcterms:created xsi:type="dcterms:W3CDTF">2013-08-08T20:48:04Z</dcterms:created>
  <dcterms:modified xsi:type="dcterms:W3CDTF">2023-03-07T18:13:04Z</dcterms:modified>
</cp:coreProperties>
</file>