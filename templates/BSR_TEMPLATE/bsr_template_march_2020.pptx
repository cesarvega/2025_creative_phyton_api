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1"/>
  </p:sldMasterIdLst>
  <p:notesMasterIdLst>
    <p:notesMasterId r:id="rId3"/>
  </p:notesMasterIdLst>
  <p:sldIdLst>
    <p:sldId id="291" r:id="rId2"/>
  </p:sldIdLst>
  <p:sldSz cx="9144000" cy="6858000" type="screen4x3"/>
  <p:notesSz cx="6858000" cy="9144000"/>
  <p:custDataLst>
    <p:tags r:id="rId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87E"/>
    <a:srgbClr val="0000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>
      <p:cViewPr varScale="1">
        <p:scale>
          <a:sx n="67" d="100"/>
          <a:sy n="67" d="100"/>
        </p:scale>
        <p:origin x="128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411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6729651-2E6F-40B9-906E-0E947AFD0739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AC06C4CE-27B0-4462-8830-055FB502C6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6821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3617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87292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9448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00561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72501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8096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78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6839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53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51088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7674"/>
            <a:ext cx="8229600" cy="71596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792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78" r:id="rId11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7577" y="1111250"/>
            <a:ext cx="6891072" cy="47450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Brandstorm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2398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62b61dbfd7d8f9f744fd55817ae53cdbb11e4efb"/>
  <p:tag name="ISPRING_RESOURCE_PATHS_HASH" val="a13a1cea625e35eb595b22bd03d01ed654e59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4147</TotalTime>
  <Words>1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Courier New</vt:lpstr>
      <vt:lpstr>Wingdings</vt:lpstr>
      <vt:lpstr>1_Office Theme</vt:lpstr>
      <vt:lpstr>Brandstorm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974</cp:revision>
  <dcterms:created xsi:type="dcterms:W3CDTF">2013-08-08T20:48:04Z</dcterms:created>
  <dcterms:modified xsi:type="dcterms:W3CDTF">2023-03-07T18:14:45Z</dcterms:modified>
</cp:coreProperties>
</file>