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activeX/activeX5.xml" ContentType="application/vnd.ms-office.activeX+xml"/>
  <Override PartName="/ppt/activeX/activeX6.xml" ContentType="application/vnd.ms-office.activeX+xml"/>
  <Override PartName="/ppt/activeX/activeX7.xml" ContentType="application/vnd.ms-office.activeX+xml"/>
  <Override PartName="/ppt/activeX/activeX8.xml" ContentType="application/vnd.ms-office.activeX+xml"/>
  <Override PartName="/ppt/activeX/activeX9.xml" ContentType="application/vnd.ms-office.activeX+xml"/>
  <Override PartName="/ppt/activeX/activeX10.xml" ContentType="application/vnd.ms-office.activeX+xml"/>
  <Override PartName="/ppt/activeX/activeX11.xml" ContentType="application/vnd.ms-office.activeX+xml"/>
  <Override PartName="/ppt/activeX/activeX12.xml" ContentType="application/vnd.ms-office.activeX+xml"/>
  <Override PartName="/ppt/activeX/activeX13.xml" ContentType="application/vnd.ms-office.activeX+xml"/>
  <Override PartName="/ppt/activeX/activeX14.xml" ContentType="application/vnd.ms-office.activeX+xml"/>
  <Override PartName="/ppt/activeX/activeX15.xml" ContentType="application/vnd.ms-office.activeX+xml"/>
  <Override PartName="/ppt/notesSlides/notesSlide1.xml" ContentType="application/vnd.openxmlformats-officedocument.presentationml.notesSlide+xml"/>
  <Override PartName="/ppt/activeX/activeX16.xml" ContentType="application/vnd.ms-office.activeX+xml"/>
  <Override PartName="/ppt/notesSlides/notesSlide2.xml" ContentType="application/vnd.openxmlformats-officedocument.presentationml.notesSlide+xml"/>
  <Override PartName="/ppt/activeX/activeX17.xml" ContentType="application/vnd.ms-office.activeX+xml"/>
  <Override PartName="/ppt/notesSlides/notesSlide3.xml" ContentType="application/vnd.openxmlformats-officedocument.presentationml.notesSlide+xml"/>
  <Override PartName="/ppt/activeX/activeX18.xml" ContentType="application/vnd.ms-office.activeX+xml"/>
  <Override PartName="/ppt/notesSlides/notesSlide4.xml" ContentType="application/vnd.openxmlformats-officedocument.presentationml.notesSlide+xml"/>
  <Override PartName="/ppt/activeX/activeX19.xml" ContentType="application/vnd.ms-office.activeX+xml"/>
  <Override PartName="/ppt/notesSlides/notesSlide5.xml" ContentType="application/vnd.openxmlformats-officedocument.presentationml.notesSlide+xml"/>
  <Override PartName="/ppt/activeX/activeX20.xml" ContentType="application/vnd.ms-office.activeX+xml"/>
  <Override PartName="/ppt/notesSlides/notesSlide6.xml" ContentType="application/vnd.openxmlformats-officedocument.presentationml.notesSlide+xml"/>
  <Override PartName="/ppt/activeX/activeX21.xml" ContentType="application/vnd.ms-office.activeX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9"/>
  </p:notesMasterIdLst>
  <p:handoutMasterIdLst>
    <p:handoutMasterId r:id="rId10"/>
  </p:handoutMasterIdLst>
  <p:sldIdLst>
    <p:sldId id="435" r:id="rId2"/>
    <p:sldId id="429" r:id="rId3"/>
    <p:sldId id="430" r:id="rId4"/>
    <p:sldId id="431" r:id="rId5"/>
    <p:sldId id="432" r:id="rId6"/>
    <p:sldId id="433" r:id="rId7"/>
    <p:sldId id="434" r:id="rId8"/>
  </p:sldIdLst>
  <p:sldSz cx="9144000" cy="6858000" type="screen4x3"/>
  <p:notesSz cx="7010400" cy="9296400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54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4"/>
    <a:srgbClr val="000050"/>
    <a:srgbClr val="00009C"/>
    <a:srgbClr val="000099"/>
    <a:srgbClr val="00319C"/>
    <a:srgbClr val="003399"/>
    <a:srgbClr val="FF0066"/>
    <a:srgbClr val="FFFF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 autoAdjust="0"/>
  </p:normalViewPr>
  <p:slideViewPr>
    <p:cSldViewPr>
      <p:cViewPr varScale="1">
        <p:scale>
          <a:sx n="76" d="100"/>
          <a:sy n="76" d="100"/>
        </p:scale>
        <p:origin x="96" y="210"/>
      </p:cViewPr>
      <p:guideLst>
        <p:guide orient="horz" pos="2400"/>
        <p:guide pos="54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_rels/activeX13.xml.rels><?xml version="1.0" encoding="UTF-8" standalone="yes"?>
<Relationships xmlns="http://schemas.openxmlformats.org/package/2006/relationships"><Relationship Id="rId1" Type="http://schemas.microsoft.com/office/2006/relationships/activeXControlBinary" Target="activeX13.bin"/></Relationships>
</file>

<file path=ppt/activeX/_rels/activeX14.xml.rels><?xml version="1.0" encoding="UTF-8" standalone="yes"?>
<Relationships xmlns="http://schemas.openxmlformats.org/package/2006/relationships"><Relationship Id="rId1" Type="http://schemas.microsoft.com/office/2006/relationships/activeXControlBinary" Target="activeX14.bin"/></Relationships>
</file>

<file path=ppt/activeX/_rels/activeX15.xml.rels><?xml version="1.0" encoding="UTF-8" standalone="yes"?>
<Relationships xmlns="http://schemas.openxmlformats.org/package/2006/relationships"><Relationship Id="rId1" Type="http://schemas.microsoft.com/office/2006/relationships/activeXControlBinary" Target="activeX15.bin"/></Relationships>
</file>

<file path=ppt/activeX/_rels/activeX16.xml.rels><?xml version="1.0" encoding="UTF-8" standalone="yes"?>
<Relationships xmlns="http://schemas.openxmlformats.org/package/2006/relationships"><Relationship Id="rId1" Type="http://schemas.microsoft.com/office/2006/relationships/activeXControlBinary" Target="activeX16.bin"/></Relationships>
</file>

<file path=ppt/activeX/_rels/activeX17.xml.rels><?xml version="1.0" encoding="UTF-8" standalone="yes"?>
<Relationships xmlns="http://schemas.openxmlformats.org/package/2006/relationships"><Relationship Id="rId1" Type="http://schemas.microsoft.com/office/2006/relationships/activeXControlBinary" Target="activeX17.bin"/></Relationships>
</file>

<file path=ppt/activeX/_rels/activeX18.xml.rels><?xml version="1.0" encoding="UTF-8" standalone="yes"?>
<Relationships xmlns="http://schemas.openxmlformats.org/package/2006/relationships"><Relationship Id="rId1" Type="http://schemas.microsoft.com/office/2006/relationships/activeXControlBinary" Target="activeX18.bin"/></Relationships>
</file>

<file path=ppt/activeX/_rels/activeX19.xml.rels><?xml version="1.0" encoding="UTF-8" standalone="yes"?>
<Relationships xmlns="http://schemas.openxmlformats.org/package/2006/relationships"><Relationship Id="rId1" Type="http://schemas.microsoft.com/office/2006/relationships/activeXControlBinary" Target="activeX19.bin"/></Relationships>
</file>

<file path=ppt/activeX/_rels/activeX20.xml.rels><?xml version="1.0" encoding="UTF-8" standalone="yes"?>
<Relationships xmlns="http://schemas.openxmlformats.org/package/2006/relationships"><Relationship Id="rId1" Type="http://schemas.microsoft.com/office/2006/relationships/activeXControlBinary" Target="activeX20.bin"/></Relationships>
</file>

<file path=ppt/activeX/_rels/activeX21.xml.rels><?xml version="1.0" encoding="UTF-8" standalone="yes"?>
<Relationships xmlns="http://schemas.openxmlformats.org/package/2006/relationships"><Relationship Id="rId1" Type="http://schemas.microsoft.com/office/2006/relationships/activeXControlBinary" Target="activeX21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3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4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6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7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8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9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0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1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t" anchorCtr="0" compatLnSpc="1">
            <a:prstTxWarp prst="textNoShape">
              <a:avLst/>
            </a:prstTxWarp>
          </a:bodyPr>
          <a:lstStyle>
            <a:lvl1pPr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t" anchorCtr="0" compatLnSpc="1">
            <a:prstTxWarp prst="textNoShape">
              <a:avLst/>
            </a:prstTxWarp>
          </a:bodyPr>
          <a:lstStyle>
            <a:lvl1pPr algn="r"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b" anchorCtr="0" compatLnSpc="1">
            <a:prstTxWarp prst="textNoShape">
              <a:avLst/>
            </a:prstTxWarp>
          </a:bodyPr>
          <a:lstStyle>
            <a:lvl1pPr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b" anchorCtr="0" compatLnSpc="1">
            <a:prstTxWarp prst="textNoShape">
              <a:avLst/>
            </a:prstTxWarp>
          </a:bodyPr>
          <a:lstStyle>
            <a:lvl1pPr algn="r" defTabSz="930468">
              <a:defRPr sz="1200"/>
            </a:lvl1pPr>
          </a:lstStyle>
          <a:p>
            <a:pPr>
              <a:defRPr/>
            </a:pPr>
            <a:fld id="{740B3CA7-90F6-4A03-B240-1AFBF79FC3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38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6425"/>
            <a:ext cx="56102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74ECBE6-A57B-4E00-B932-A6C0A8D231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265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73276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50341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93886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16965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59322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98743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4592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88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581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27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8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42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341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248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5340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67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105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20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7162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1" name="Line 5"/>
          <p:cNvSpPr>
            <a:spLocks noChangeShapeType="1"/>
          </p:cNvSpPr>
          <p:nvPr userDrawn="1"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/>
          <a:lstStyle/>
          <a:p>
            <a:endParaRPr lang="en-US" smtClean="0">
              <a:solidFill>
                <a:srgbClr val="000000"/>
              </a:solidFill>
            </a:endParaRPr>
          </a:p>
        </p:txBody>
      </p:sp>
      <p:pic>
        <p:nvPicPr>
          <p:cNvPr id="4102" name="Picture 11" descr="npo000002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848600" y="50800"/>
            <a:ext cx="12192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Text Box 7"/>
          <p:cNvSpPr txBox="1">
            <a:spLocks noChangeArrowheads="1"/>
          </p:cNvSpPr>
          <p:nvPr userDrawn="1"/>
        </p:nvSpPr>
        <p:spPr bwMode="auto">
          <a:xfrm>
            <a:off x="8458200" y="6430963"/>
            <a:ext cx="533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fld id="{BAAC3EDE-7BE0-4FF0-BA72-33FEA14D1264}" type="slidenum">
              <a:rPr lang="en-US" sz="1000" b="1" smtClean="0">
                <a:solidFill>
                  <a:srgbClr val="000000"/>
                </a:solidFill>
                <a:latin typeface="Arial Narrow" pitchFamily="34" charset="0"/>
              </a:rPr>
              <a:pPr algn="r">
                <a:spcBef>
                  <a:spcPct val="50000"/>
                </a:spcBef>
              </a:pPr>
              <a:t>‹#›</a:t>
            </a:fld>
            <a:endParaRPr lang="en-US" sz="1000" b="1" smtClean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4104" name="Text Box 8"/>
          <p:cNvSpPr txBox="1">
            <a:spLocks noChangeArrowheads="1"/>
          </p:cNvSpPr>
          <p:nvPr userDrawn="1"/>
        </p:nvSpPr>
        <p:spPr bwMode="auto">
          <a:xfrm>
            <a:off x="0" y="6567488"/>
            <a:ext cx="11430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800" smtClean="0">
                <a:solidFill>
                  <a:srgbClr val="000000"/>
                </a:solidFill>
                <a:latin typeface="Arial Narrow" pitchFamily="34" charset="0"/>
              </a:rPr>
              <a:t>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86461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7.xml"/><Relationship Id="rId13" Type="http://schemas.openxmlformats.org/officeDocument/2006/relationships/control" Target="../activeX/activeX12.xml"/><Relationship Id="rId18" Type="http://schemas.openxmlformats.org/officeDocument/2006/relationships/notesSlide" Target="../notesSlides/notesSlide1.xml"/><Relationship Id="rId26" Type="http://schemas.openxmlformats.org/officeDocument/2006/relationships/image" Target="../media/image8.wmf"/><Relationship Id="rId3" Type="http://schemas.openxmlformats.org/officeDocument/2006/relationships/control" Target="../activeX/activeX2.xml"/><Relationship Id="rId21" Type="http://schemas.openxmlformats.org/officeDocument/2006/relationships/image" Target="../media/image3.wmf"/><Relationship Id="rId34" Type="http://schemas.openxmlformats.org/officeDocument/2006/relationships/image" Target="../media/image16.wmf"/><Relationship Id="rId7" Type="http://schemas.openxmlformats.org/officeDocument/2006/relationships/control" Target="../activeX/activeX6.xml"/><Relationship Id="rId12" Type="http://schemas.openxmlformats.org/officeDocument/2006/relationships/control" Target="../activeX/activeX11.xml"/><Relationship Id="rId17" Type="http://schemas.openxmlformats.org/officeDocument/2006/relationships/slideLayout" Target="../slideLayouts/slideLayout7.xml"/><Relationship Id="rId25" Type="http://schemas.openxmlformats.org/officeDocument/2006/relationships/image" Target="../media/image7.wmf"/><Relationship Id="rId33" Type="http://schemas.openxmlformats.org/officeDocument/2006/relationships/image" Target="../media/image15.wmf"/><Relationship Id="rId2" Type="http://schemas.openxmlformats.org/officeDocument/2006/relationships/control" Target="../activeX/activeX1.xml"/><Relationship Id="rId16" Type="http://schemas.openxmlformats.org/officeDocument/2006/relationships/control" Target="../activeX/activeX15.xml"/><Relationship Id="rId20" Type="http://schemas.openxmlformats.org/officeDocument/2006/relationships/image" Target="../media/image2.wmf"/><Relationship Id="rId29" Type="http://schemas.openxmlformats.org/officeDocument/2006/relationships/image" Target="../media/image11.wmf"/><Relationship Id="rId1" Type="http://schemas.openxmlformats.org/officeDocument/2006/relationships/vmlDrawing" Target="../drawings/vmlDrawing1.vml"/><Relationship Id="rId6" Type="http://schemas.openxmlformats.org/officeDocument/2006/relationships/control" Target="../activeX/activeX5.xml"/><Relationship Id="rId11" Type="http://schemas.openxmlformats.org/officeDocument/2006/relationships/control" Target="../activeX/activeX10.xml"/><Relationship Id="rId24" Type="http://schemas.openxmlformats.org/officeDocument/2006/relationships/image" Target="../media/image6.wmf"/><Relationship Id="rId32" Type="http://schemas.openxmlformats.org/officeDocument/2006/relationships/image" Target="../media/image14.wmf"/><Relationship Id="rId5" Type="http://schemas.openxmlformats.org/officeDocument/2006/relationships/control" Target="../activeX/activeX4.xml"/><Relationship Id="rId15" Type="http://schemas.openxmlformats.org/officeDocument/2006/relationships/control" Target="../activeX/activeX14.xml"/><Relationship Id="rId23" Type="http://schemas.openxmlformats.org/officeDocument/2006/relationships/image" Target="../media/image5.wmf"/><Relationship Id="rId28" Type="http://schemas.openxmlformats.org/officeDocument/2006/relationships/image" Target="../media/image10.wmf"/><Relationship Id="rId10" Type="http://schemas.openxmlformats.org/officeDocument/2006/relationships/control" Target="../activeX/activeX9.xml"/><Relationship Id="rId19" Type="http://schemas.openxmlformats.org/officeDocument/2006/relationships/image" Target="../media/image17.jpg"/><Relationship Id="rId31" Type="http://schemas.openxmlformats.org/officeDocument/2006/relationships/image" Target="../media/image13.wmf"/><Relationship Id="rId4" Type="http://schemas.openxmlformats.org/officeDocument/2006/relationships/control" Target="../activeX/activeX3.xml"/><Relationship Id="rId9" Type="http://schemas.openxmlformats.org/officeDocument/2006/relationships/control" Target="../activeX/activeX8.xml"/><Relationship Id="rId14" Type="http://schemas.openxmlformats.org/officeDocument/2006/relationships/control" Target="../activeX/activeX13.xml"/><Relationship Id="rId22" Type="http://schemas.openxmlformats.org/officeDocument/2006/relationships/image" Target="../media/image4.wmf"/><Relationship Id="rId27" Type="http://schemas.openxmlformats.org/officeDocument/2006/relationships/image" Target="../media/image9.wmf"/><Relationship Id="rId30" Type="http://schemas.openxmlformats.org/officeDocument/2006/relationships/image" Target="../media/image1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8.wmf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9.wmf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8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0.wmf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9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1.wmf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20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2.wmf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2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3.wmf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NameCandidates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6" y="0"/>
            <a:ext cx="9118787" cy="6858000"/>
          </a:xfrm>
          <a:prstGeom prst="rect">
            <a:avLst/>
          </a:prstGeom>
        </p:spPr>
      </p:pic>
      <p:sp>
        <p:nvSpPr>
          <p:cNvPr id="1032" name="Rectangle 2"/>
          <p:cNvSpPr>
            <a:spLocks noChangeArrowheads="1"/>
          </p:cNvSpPr>
          <p:nvPr/>
        </p:nvSpPr>
        <p:spPr bwMode="auto">
          <a:xfrm>
            <a:off x="0" y="4038600"/>
            <a:ext cx="9144000" cy="990600"/>
          </a:xfrm>
          <a:prstGeom prst="rect">
            <a:avLst/>
          </a:prstGeom>
          <a:solidFill>
            <a:srgbClr val="000084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 charset="0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5346700"/>
            <a:ext cx="3251200" cy="444500"/>
          </a:xfrm>
          <a:prstGeom prst="rect">
            <a:avLst/>
          </a:prstGeom>
          <a:solidFill>
            <a:srgbClr val="00B050"/>
          </a:solidFill>
        </p:spPr>
        <p:txBody>
          <a:bodyPr vert="horz" rtlCol="0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48300" y="5346700"/>
            <a:ext cx="3251200" cy="444500"/>
          </a:xfrm>
          <a:prstGeom prst="rect">
            <a:avLst/>
          </a:prstGeom>
          <a:solidFill>
            <a:srgbClr val="FF0000"/>
          </a:solidFill>
        </p:spPr>
        <p:txBody>
          <a:bodyPr vert="horz" rtlCol="0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8000" y="254000"/>
            <a:ext cx="2236510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Name Candidate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17017" name="txtRationale" r:id="rId2" imgW="9144000" imgH="647640"/>
        </mc:Choice>
        <mc:Fallback>
          <p:control name="txtRationale" r:id="rId2" imgW="9144000" imgH="647640">
            <p:pic>
              <p:nvPicPr>
                <p:cNvPr id="3" name="txtRational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0"/>
                <a:srcRect/>
                <a:stretch>
                  <a:fillRect/>
                </a:stretch>
              </p:blipFill>
              <p:spPr bwMode="auto">
                <a:xfrm>
                  <a:off x="0" y="4229100"/>
                  <a:ext cx="9144000" cy="6477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18" name="txtCategory" r:id="rId3" imgW="6429240" imgH="380880"/>
        </mc:Choice>
        <mc:Fallback>
          <p:control name="txtCategory" r:id="rId3" imgW="6429240" imgH="380880">
            <p:pic>
              <p:nvPicPr>
                <p:cNvPr id="4" name="txtCategory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1"/>
                <a:srcRect/>
                <a:stretch>
                  <a:fillRect/>
                </a:stretch>
              </p:blipFill>
              <p:spPr bwMode="auto">
                <a:xfrm>
                  <a:off x="1447800" y="1219200"/>
                  <a:ext cx="6427788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19" name="optPositive" r:id="rId4" imgW="1143000" imgH="504720"/>
        </mc:Choice>
        <mc:Fallback>
          <p:control name="optPositive" r:id="rId4" imgW="1143000" imgH="504720">
            <p:pic>
              <p:nvPicPr>
                <p:cNvPr id="5" name="optPositiv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457200" y="1219200"/>
                  <a:ext cx="1143000" cy="508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20" name="optNeutral" r:id="rId5" imgW="1143000" imgH="504720"/>
        </mc:Choice>
        <mc:Fallback>
          <p:control name="optNeutral" r:id="rId5" imgW="1143000" imgH="504720">
            <p:pic>
              <p:nvPicPr>
                <p:cNvPr id="6" name="optNeutral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3"/>
                <a:srcRect/>
                <a:stretch>
                  <a:fillRect/>
                </a:stretch>
              </p:blipFill>
              <p:spPr bwMode="auto">
                <a:xfrm>
                  <a:off x="457200" y="1727200"/>
                  <a:ext cx="1143000" cy="508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21" name="optNegative" r:id="rId6" imgW="1143000" imgH="504720"/>
        </mc:Choice>
        <mc:Fallback>
          <p:control name="optNegative" r:id="rId6" imgW="1143000" imgH="504720">
            <p:pic>
              <p:nvPicPr>
                <p:cNvPr id="7" name="optNegativ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4"/>
                <a:srcRect/>
                <a:stretch>
                  <a:fillRect/>
                </a:stretch>
              </p:blipFill>
              <p:spPr bwMode="auto">
                <a:xfrm>
                  <a:off x="457200" y="2235200"/>
                  <a:ext cx="1143000" cy="508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22" name="txtNewName" r:id="rId7" imgW="8229600" imgH="533520"/>
        </mc:Choice>
        <mc:Fallback>
          <p:control name="txtNewName" r:id="rId7" imgW="8229600" imgH="533520">
            <p:pic>
              <p:nvPicPr>
                <p:cNvPr id="8" name="txtNewNam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5"/>
                <a:srcRect/>
                <a:stretch>
                  <a:fillRect/>
                </a:stretch>
              </p:blipFill>
              <p:spPr bwMode="auto">
                <a:xfrm>
                  <a:off x="457200" y="3048000"/>
                  <a:ext cx="8229600" cy="533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23" name="txtExplore" r:id="rId8" imgW="3171960" imgH="380880"/>
        </mc:Choice>
        <mc:Fallback>
          <p:control name="txtExplore" r:id="rId8" imgW="3171960" imgH="380880">
            <p:pic>
              <p:nvPicPr>
                <p:cNvPr id="9" name="txtExplor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6"/>
                <a:srcRect/>
                <a:stretch>
                  <a:fillRect/>
                </a:stretch>
              </p:blipFill>
              <p:spPr bwMode="auto">
                <a:xfrm>
                  <a:off x="457200" y="5372100"/>
                  <a:ext cx="3175000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24" name="txtAvoid" r:id="rId9" imgW="3171960" imgH="380880"/>
        </mc:Choice>
        <mc:Fallback>
          <p:control name="txtAvoid" r:id="rId9" imgW="3171960" imgH="380880">
            <p:pic>
              <p:nvPicPr>
                <p:cNvPr id="10" name="txtAvoid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7"/>
                <a:srcRect/>
                <a:stretch>
                  <a:fillRect/>
                </a:stretch>
              </p:blipFill>
              <p:spPr bwMode="auto">
                <a:xfrm>
                  <a:off x="5486400" y="5372100"/>
                  <a:ext cx="3175000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25" name="btnReset" r:id="rId10" imgW="914400" imgH="380880"/>
        </mc:Choice>
        <mc:Fallback>
          <p:control name="btnReset" r:id="rId10" imgW="914400" imgH="380880">
            <p:pic>
              <p:nvPicPr>
                <p:cNvPr id="11" name="btnReset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8"/>
                <a:srcRect/>
                <a:stretch>
                  <a:fillRect/>
                </a:stretch>
              </p:blipFill>
              <p:spPr bwMode="auto">
                <a:xfrm>
                  <a:off x="4114800" y="6324600"/>
                  <a:ext cx="914400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26" name="btnTally" r:id="rId11" imgW="638280" imgH="257040"/>
        </mc:Choice>
        <mc:Fallback>
          <p:control name="btnTally" r:id="rId11" imgW="638280" imgH="257040">
            <p:pic>
              <p:nvPicPr>
                <p:cNvPr id="14" name="btnTally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9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27" name="txtNotation" r:id="rId12" imgW="990720" imgH="228600"/>
        </mc:Choice>
        <mc:Fallback>
          <p:control name="txtNotation" r:id="rId12" imgW="990720" imgH="228600">
            <p:pic>
              <p:nvPicPr>
                <p:cNvPr id="19" name="txtNotation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0"/>
                <a:srcRect/>
                <a:stretch>
                  <a:fillRect/>
                </a:stretch>
              </p:blipFill>
              <p:spPr bwMode="auto">
                <a:xfrm>
                  <a:off x="0" y="6400800"/>
                  <a:ext cx="990600" cy="228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28" name="txtTally" r:id="rId13" imgW="1038240" imgH="523800"/>
        </mc:Choice>
        <mc:Fallback>
          <p:control name="txtTally" r:id="rId13" imgW="1038240" imgH="523800">
            <p:pic>
              <p:nvPicPr>
                <p:cNvPr id="20" name="txtTally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1"/>
                <a:srcRect/>
                <a:stretch>
                  <a:fillRect/>
                </a:stretch>
              </p:blipFill>
              <p:spPr bwMode="auto">
                <a:xfrm>
                  <a:off x="8001000" y="1447800"/>
                  <a:ext cx="1041400" cy="5207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29" name="btnExportResultsToExcel" r:id="rId14" imgW="638280" imgH="638280"/>
        </mc:Choice>
        <mc:Fallback>
          <p:control name="btnExportResultsToExcel" r:id="rId14" imgW="638280" imgH="638280">
            <p:pic>
              <p:nvPicPr>
                <p:cNvPr id="30" name="btnExportResultsToExcel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2"/>
                <a:srcRect/>
                <a:stretch>
                  <a:fillRect/>
                </a:stretch>
              </p:blipFill>
              <p:spPr bwMode="auto">
                <a:xfrm>
                  <a:off x="5410200" y="6121400"/>
                  <a:ext cx="635000" cy="635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30" name="btnClearCurrentData" r:id="rId15" imgW="638280" imgH="638280"/>
        </mc:Choice>
        <mc:Fallback>
          <p:control name="btnClearCurrentData" r:id="rId15" imgW="638280" imgH="638280">
            <p:pic>
              <p:nvPicPr>
                <p:cNvPr id="32" name="btnClearCurrentData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3"/>
                <a:srcRect/>
                <a:stretch>
                  <a:fillRect/>
                </a:stretch>
              </p:blipFill>
              <p:spPr bwMode="auto">
                <a:xfrm>
                  <a:off x="3048000" y="6121400"/>
                  <a:ext cx="635000" cy="635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031" name="txtName" r:id="rId16" imgW="6324480" imgH="1247760"/>
        </mc:Choice>
        <mc:Fallback>
          <p:control name="txtName" r:id="rId16" imgW="6324480" imgH="1247760">
            <p:pic>
              <p:nvPicPr>
                <p:cNvPr id="2" name="txtNam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4"/>
                <a:srcRect/>
                <a:stretch>
                  <a:fillRect/>
                </a:stretch>
              </p:blipFill>
              <p:spPr bwMode="auto">
                <a:xfrm>
                  <a:off x="1447800" y="1676400"/>
                  <a:ext cx="6324600" cy="1244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3692816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Existing"/>
          <p:cNvSpPr txBox="1"/>
          <p:nvPr/>
        </p:nvSpPr>
        <p:spPr>
          <a:xfrm>
            <a:off x="508000" y="254000"/>
            <a:ext cx="3542958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Retained Name Candidates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104900"/>
            <a:ext cx="787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Positive Retained Names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PositiveNames1"/>
          <p:cNvSpPr txBox="1"/>
          <p:nvPr/>
        </p:nvSpPr>
        <p:spPr>
          <a:xfrm>
            <a:off x="127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PositiveNames2"/>
          <p:cNvSpPr txBox="1"/>
          <p:nvPr/>
        </p:nvSpPr>
        <p:spPr>
          <a:xfrm>
            <a:off x="2476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PositiveNames3"/>
          <p:cNvSpPr txBox="1"/>
          <p:nvPr/>
        </p:nvSpPr>
        <p:spPr>
          <a:xfrm>
            <a:off x="4826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PositiveNames4"/>
          <p:cNvSpPr txBox="1"/>
          <p:nvPr/>
        </p:nvSpPr>
        <p:spPr>
          <a:xfrm>
            <a:off x="7175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1835" name="btnGeneratePositiveNames" r:id="rId2" imgW="638280" imgH="257040"/>
        </mc:Choice>
        <mc:Fallback>
          <p:control name="btnGeneratePositiveNames" r:id="rId2" imgW="638280" imgH="257040">
            <p:pic>
              <p:nvPicPr>
                <p:cNvPr id="2" name="btnGeneratePositiveNames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3718953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Existing"/>
          <p:cNvSpPr txBox="1"/>
          <p:nvPr/>
        </p:nvSpPr>
        <p:spPr>
          <a:xfrm>
            <a:off x="508000" y="254000"/>
            <a:ext cx="3542958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Retained Name Candidates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104900"/>
            <a:ext cx="787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Neutral Retained Names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NeutralNames1"/>
          <p:cNvSpPr txBox="1"/>
          <p:nvPr/>
        </p:nvSpPr>
        <p:spPr>
          <a:xfrm>
            <a:off x="127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 smtClea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NeutralNames2"/>
          <p:cNvSpPr txBox="1"/>
          <p:nvPr/>
        </p:nvSpPr>
        <p:spPr>
          <a:xfrm>
            <a:off x="2476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NeutralNames3"/>
          <p:cNvSpPr txBox="1"/>
          <p:nvPr/>
        </p:nvSpPr>
        <p:spPr>
          <a:xfrm>
            <a:off x="4826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NeutralNames4"/>
          <p:cNvSpPr txBox="1"/>
          <p:nvPr/>
        </p:nvSpPr>
        <p:spPr>
          <a:xfrm>
            <a:off x="7175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2859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1111021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254000"/>
            <a:ext cx="4038541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Project Team Name Candidates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104900"/>
            <a:ext cx="787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New Names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NewNames1"/>
          <p:cNvSpPr txBox="1"/>
          <p:nvPr/>
        </p:nvSpPr>
        <p:spPr>
          <a:xfrm>
            <a:off x="1143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NewNames2"/>
          <p:cNvSpPr txBox="1"/>
          <p:nvPr/>
        </p:nvSpPr>
        <p:spPr>
          <a:xfrm>
            <a:off x="3556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NewNames3"/>
          <p:cNvSpPr txBox="1"/>
          <p:nvPr/>
        </p:nvSpPr>
        <p:spPr>
          <a:xfrm>
            <a:off x="5969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3882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651352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254000"/>
            <a:ext cx="4038541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Project Team Name Candidates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104900"/>
            <a:ext cx="787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New Names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NewNames4"/>
          <p:cNvSpPr txBox="1"/>
          <p:nvPr/>
        </p:nvSpPr>
        <p:spPr>
          <a:xfrm>
            <a:off x="1143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NewNames5"/>
          <p:cNvSpPr txBox="1"/>
          <p:nvPr/>
        </p:nvSpPr>
        <p:spPr>
          <a:xfrm>
            <a:off x="3556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NewNames6"/>
          <p:cNvSpPr txBox="1"/>
          <p:nvPr/>
        </p:nvSpPr>
        <p:spPr>
          <a:xfrm>
            <a:off x="5969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4906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8699863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254000"/>
            <a:ext cx="3433953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Roots/Concepts to Explore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1104900"/>
            <a:ext cx="812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Roots/Concepts to Explore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Explore1"/>
          <p:cNvSpPr txBox="1"/>
          <p:nvPr/>
        </p:nvSpPr>
        <p:spPr>
          <a:xfrm>
            <a:off x="508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Explore2"/>
          <p:cNvSpPr txBox="1"/>
          <p:nvPr/>
        </p:nvSpPr>
        <p:spPr>
          <a:xfrm>
            <a:off x="18415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Explore3"/>
          <p:cNvSpPr txBox="1"/>
          <p:nvPr/>
        </p:nvSpPr>
        <p:spPr>
          <a:xfrm>
            <a:off x="32385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Explore4"/>
          <p:cNvSpPr txBox="1"/>
          <p:nvPr/>
        </p:nvSpPr>
        <p:spPr>
          <a:xfrm>
            <a:off x="4699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Explore5"/>
          <p:cNvSpPr txBox="1"/>
          <p:nvPr/>
        </p:nvSpPr>
        <p:spPr>
          <a:xfrm>
            <a:off x="6096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Explore6"/>
          <p:cNvSpPr txBox="1"/>
          <p:nvPr/>
        </p:nvSpPr>
        <p:spPr>
          <a:xfrm>
            <a:off x="7493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5930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8846891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254000"/>
            <a:ext cx="3170548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Roots/Concepts to Avoid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1104900"/>
            <a:ext cx="812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Roots/Concepts to Avoid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Avoid1"/>
          <p:cNvSpPr txBox="1"/>
          <p:nvPr/>
        </p:nvSpPr>
        <p:spPr>
          <a:xfrm>
            <a:off x="508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Avoid2"/>
          <p:cNvSpPr txBox="1"/>
          <p:nvPr/>
        </p:nvSpPr>
        <p:spPr>
          <a:xfrm>
            <a:off x="18415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Avoid3"/>
          <p:cNvSpPr txBox="1"/>
          <p:nvPr/>
        </p:nvSpPr>
        <p:spPr>
          <a:xfrm>
            <a:off x="32385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Avoid4"/>
          <p:cNvSpPr txBox="1"/>
          <p:nvPr/>
        </p:nvSpPr>
        <p:spPr>
          <a:xfrm>
            <a:off x="4699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Avoid5"/>
          <p:cNvSpPr txBox="1"/>
          <p:nvPr/>
        </p:nvSpPr>
        <p:spPr>
          <a:xfrm>
            <a:off x="6096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Avoid6"/>
          <p:cNvSpPr txBox="1"/>
          <p:nvPr/>
        </p:nvSpPr>
        <p:spPr>
          <a:xfrm>
            <a:off x="7493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6954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6220138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6a5113e9adafc622cda13cb92ba8a34161db59"/>
  <p:tag name="ISPRING_RESOURCE_PATHS_HASH_PRESENTER" val="d7ba58e88a35f03331c4eabd8f64790fd2dddbb"/>
</p:tagLst>
</file>

<file path=ppt/theme/theme1.xml><?xml version="1.0" encoding="utf-8"?>
<a:theme xmlns:a="http://schemas.openxmlformats.org/drawingml/2006/main" name="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>
        <a:spAutoFit/>
      </a:bodyPr>
      <a:lstStyle>
        <a:defPPr algn="ctr">
          <a:defRPr sz="1200" dirty="0">
            <a:latin typeface="Arial Narrow" pitchFamily="34" charset="0"/>
          </a:defRPr>
        </a:defPPr>
      </a:lst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6495</TotalTime>
  <Words>39</Words>
  <Application>Microsoft Office PowerPoint</Application>
  <PresentationFormat>On-screen Show (4:3)</PresentationFormat>
  <Paragraphs>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Narrow</vt:lpstr>
      <vt:lpstr>Times New Roman</vt:lpstr>
      <vt:lpstr>3_Default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Brand Institute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Amauris Diaz</dc:creator>
  <cp:lastModifiedBy>Carlos Gomez</cp:lastModifiedBy>
  <cp:revision>736</cp:revision>
  <dcterms:created xsi:type="dcterms:W3CDTF">2011-09-26T13:59:59Z</dcterms:created>
  <dcterms:modified xsi:type="dcterms:W3CDTF">2015-09-09T20:59:29Z</dcterms:modified>
</cp:coreProperties>
</file>