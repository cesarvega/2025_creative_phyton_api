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notesSlides/notesSlide1.xml" ContentType="application/vnd.openxmlformats-officedocument.presentationml.notesSlide+xml"/>
  <Override PartName="/ppt/activeX/activeX16.xml" ContentType="application/vnd.ms-office.activeX+xml"/>
  <Override PartName="/ppt/notesSlides/notesSlide2.xml" ContentType="application/vnd.openxmlformats-officedocument.presentationml.notesSlide+xml"/>
  <Override PartName="/ppt/activeX/activeX17.xml" ContentType="application/vnd.ms-office.activeX+xml"/>
  <Override PartName="/ppt/notesSlides/notesSlide3.xml" ContentType="application/vnd.openxmlformats-officedocument.presentationml.notesSlide+xml"/>
  <Override PartName="/ppt/activeX/activeX18.xml" ContentType="application/vnd.ms-office.activeX+xml"/>
  <Override PartName="/ppt/notesSlides/notesSlide4.xml" ContentType="application/vnd.openxmlformats-officedocument.presentationml.notesSlide+xml"/>
  <Override PartName="/ppt/activeX/activeX19.xml" ContentType="application/vnd.ms-office.activeX+xml"/>
  <Override PartName="/ppt/notesSlides/notesSlide5.xml" ContentType="application/vnd.openxmlformats-officedocument.presentationml.notesSlide+xml"/>
  <Override PartName="/ppt/activeX/activeX20.xml" ContentType="application/vnd.ms-office.activeX+xml"/>
  <Override PartName="/ppt/notesSlides/notesSlide6.xml" ContentType="application/vnd.openxmlformats-officedocument.presentationml.notesSlide+xml"/>
  <Override PartName="/ppt/activeX/activeX21.xml" ContentType="application/vnd.ms-office.activeX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notesMasterIdLst>
    <p:notesMasterId r:id="rId9"/>
  </p:notesMasterIdLst>
  <p:handoutMasterIdLst>
    <p:handoutMasterId r:id="rId10"/>
  </p:handoutMasterIdLst>
  <p:sldIdLst>
    <p:sldId id="435" r:id="rId2"/>
    <p:sldId id="429" r:id="rId3"/>
    <p:sldId id="430" r:id="rId4"/>
    <p:sldId id="431" r:id="rId5"/>
    <p:sldId id="432" r:id="rId6"/>
    <p:sldId id="433" r:id="rId7"/>
    <p:sldId id="434" r:id="rId8"/>
  </p:sldIdLst>
  <p:sldSz cx="9144000" cy="6858000" type="screen4x3"/>
  <p:notesSz cx="7010400" cy="9296400"/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00">
          <p15:clr>
            <a:srgbClr val="A4A3A4"/>
          </p15:clr>
        </p15:guide>
        <p15:guide id="2" pos="54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84"/>
    <a:srgbClr val="000050"/>
    <a:srgbClr val="00009C"/>
    <a:srgbClr val="000099"/>
    <a:srgbClr val="00319C"/>
    <a:srgbClr val="003399"/>
    <a:srgbClr val="FF0066"/>
    <a:srgbClr val="FFFF6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9" autoAdjust="0"/>
    <p:restoredTop sz="94660" autoAdjust="0"/>
  </p:normalViewPr>
  <p:slideViewPr>
    <p:cSldViewPr>
      <p:cViewPr varScale="1">
        <p:scale>
          <a:sx n="76" d="100"/>
          <a:sy n="76" d="100"/>
        </p:scale>
        <p:origin x="96" y="210"/>
      </p:cViewPr>
      <p:guideLst>
        <p:guide orient="horz" pos="2400"/>
        <p:guide pos="54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_rels/activeX20.xml.rels><?xml version="1.0" encoding="UTF-8" standalone="yes"?>
<Relationships xmlns="http://schemas.openxmlformats.org/package/2006/relationships"><Relationship Id="rId1" Type="http://schemas.microsoft.com/office/2006/relationships/activeXControlBinary" Target="activeX20.bin"/></Relationships>
</file>

<file path=ppt/activeX/_rels/activeX21.xml.rels><?xml version="1.0" encoding="UTF-8" standalone="yes"?>
<Relationships xmlns="http://schemas.openxmlformats.org/package/2006/relationships"><Relationship Id="rId1" Type="http://schemas.microsoft.com/office/2006/relationships/activeXControlBinary" Target="activeX21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5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3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4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6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7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8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19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0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activeX/activeX21.xml><?xml version="1.0" encoding="utf-8"?>
<ax:ocx xmlns:ax="http://schemas.microsoft.com/office/2006/activeX" xmlns:r="http://schemas.openxmlformats.org/officeDocument/2006/relationships" ax:classid="{D7053240-CE69-11CD-A777-00DD01143C57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t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defTabSz="93046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2850"/>
            <a:ext cx="303847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3" tIns="46581" rIns="93163" bIns="46581" numCol="1" anchor="b" anchorCtr="0" compatLnSpc="1">
            <a:prstTxWarp prst="textNoShape">
              <a:avLst/>
            </a:prstTxWarp>
          </a:bodyPr>
          <a:lstStyle>
            <a:lvl1pPr algn="r" defTabSz="930468">
              <a:defRPr sz="1200"/>
            </a:lvl1pPr>
          </a:lstStyle>
          <a:p>
            <a:pPr>
              <a:defRPr/>
            </a:pPr>
            <a:fld id="{740B3CA7-90F6-4A03-B240-1AFBF79FC3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38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6425"/>
            <a:ext cx="56102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379" tIns="45190" rIns="90379" bIns="4519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74ECBE6-A57B-4E00-B932-A6C0A8D231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273276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0341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3886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816965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5593229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198743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4592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888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8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5812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2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8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42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341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248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534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6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05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20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7162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1" name="Line 5"/>
          <p:cNvSpPr>
            <a:spLocks noChangeShapeType="1"/>
          </p:cNvSpPr>
          <p:nvPr userDrawn="1"/>
        </p:nvSpPr>
        <p:spPr bwMode="auto">
          <a:xfrm>
            <a:off x="0" y="990600"/>
            <a:ext cx="9144000" cy="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</p:spPr>
        <p:txBody>
          <a:bodyPr/>
          <a:lstStyle/>
          <a:p>
            <a:endParaRPr lang="en-US" smtClean="0">
              <a:solidFill>
                <a:srgbClr val="000000"/>
              </a:solidFill>
            </a:endParaRPr>
          </a:p>
        </p:txBody>
      </p:sp>
      <p:pic>
        <p:nvPicPr>
          <p:cNvPr id="4102" name="Picture 11" descr="npo00000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48600" y="50800"/>
            <a:ext cx="12192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3" name="Text Box 7"/>
          <p:cNvSpPr txBox="1">
            <a:spLocks noChangeArrowheads="1"/>
          </p:cNvSpPr>
          <p:nvPr userDrawn="1"/>
        </p:nvSpPr>
        <p:spPr bwMode="auto">
          <a:xfrm>
            <a:off x="8458200" y="6430963"/>
            <a:ext cx="533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fld id="{BAAC3EDE-7BE0-4FF0-BA72-33FEA14D1264}" type="slidenum">
              <a:rPr lang="en-US" sz="1000" b="1" smtClean="0">
                <a:solidFill>
                  <a:srgbClr val="000000"/>
                </a:solidFill>
                <a:latin typeface="Arial Narrow" pitchFamily="34" charset="0"/>
              </a:rPr>
              <a:pPr algn="r">
                <a:spcBef>
                  <a:spcPct val="50000"/>
                </a:spcBef>
              </a:pPr>
              <a:t>‹#›</a:t>
            </a:fld>
            <a:endParaRPr lang="en-US" sz="1000" b="1" smtClean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 userDrawn="1"/>
        </p:nvSpPr>
        <p:spPr bwMode="auto">
          <a:xfrm>
            <a:off x="0" y="6567488"/>
            <a:ext cx="11430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800" smtClean="0">
                <a:solidFill>
                  <a:srgbClr val="000000"/>
                </a:solidFill>
                <a:latin typeface="Arial Narrow" pitchFamily="34" charset="0"/>
              </a:rPr>
              <a:t>Proprietary &amp;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4619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600" i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control" Target="../activeX/activeX12.xml"/><Relationship Id="rId18" Type="http://schemas.openxmlformats.org/officeDocument/2006/relationships/notesSlide" Target="../notesSlides/notesSlide1.xml"/><Relationship Id="rId26" Type="http://schemas.openxmlformats.org/officeDocument/2006/relationships/image" Target="../media/image8.wmf"/><Relationship Id="rId3" Type="http://schemas.openxmlformats.org/officeDocument/2006/relationships/control" Target="../activeX/activeX2.xml"/><Relationship Id="rId21" Type="http://schemas.openxmlformats.org/officeDocument/2006/relationships/image" Target="../media/image3.wmf"/><Relationship Id="rId34" Type="http://schemas.openxmlformats.org/officeDocument/2006/relationships/image" Target="../media/image16.wmf"/><Relationship Id="rId7" Type="http://schemas.openxmlformats.org/officeDocument/2006/relationships/control" Target="../activeX/activeX6.xml"/><Relationship Id="rId12" Type="http://schemas.openxmlformats.org/officeDocument/2006/relationships/control" Target="../activeX/activeX11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7.wmf"/><Relationship Id="rId33" Type="http://schemas.openxmlformats.org/officeDocument/2006/relationships/image" Target="../media/image15.wmf"/><Relationship Id="rId2" Type="http://schemas.openxmlformats.org/officeDocument/2006/relationships/control" Target="../activeX/activeX1.xml"/><Relationship Id="rId16" Type="http://schemas.openxmlformats.org/officeDocument/2006/relationships/control" Target="../activeX/activeX15.xml"/><Relationship Id="rId20" Type="http://schemas.openxmlformats.org/officeDocument/2006/relationships/image" Target="../media/image2.wmf"/><Relationship Id="rId29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24" Type="http://schemas.openxmlformats.org/officeDocument/2006/relationships/image" Target="../media/image6.wmf"/><Relationship Id="rId32" Type="http://schemas.openxmlformats.org/officeDocument/2006/relationships/image" Target="../media/image14.wmf"/><Relationship Id="rId5" Type="http://schemas.openxmlformats.org/officeDocument/2006/relationships/control" Target="../activeX/activeX4.xml"/><Relationship Id="rId15" Type="http://schemas.openxmlformats.org/officeDocument/2006/relationships/control" Target="../activeX/activeX14.xml"/><Relationship Id="rId23" Type="http://schemas.openxmlformats.org/officeDocument/2006/relationships/image" Target="../media/image5.wmf"/><Relationship Id="rId28" Type="http://schemas.openxmlformats.org/officeDocument/2006/relationships/image" Target="../media/image10.wmf"/><Relationship Id="rId10" Type="http://schemas.openxmlformats.org/officeDocument/2006/relationships/control" Target="../activeX/activeX9.xml"/><Relationship Id="rId19" Type="http://schemas.openxmlformats.org/officeDocument/2006/relationships/image" Target="../media/image17.jpg"/><Relationship Id="rId31" Type="http://schemas.openxmlformats.org/officeDocument/2006/relationships/image" Target="../media/image13.wmf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control" Target="../activeX/activeX13.xml"/><Relationship Id="rId22" Type="http://schemas.openxmlformats.org/officeDocument/2006/relationships/image" Target="../media/image4.wmf"/><Relationship Id="rId27" Type="http://schemas.openxmlformats.org/officeDocument/2006/relationships/image" Target="../media/image9.wmf"/><Relationship Id="rId30" Type="http://schemas.openxmlformats.org/officeDocument/2006/relationships/image" Target="../media/image12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wmf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9.wmf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0.wmf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19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1.wmf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0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2.wmf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control" Target="../activeX/activeX21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3.wmf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NameCandidates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6" y="0"/>
            <a:ext cx="9118787" cy="6858000"/>
          </a:xfrm>
          <a:prstGeom prst="rect">
            <a:avLst/>
          </a:prstGeom>
        </p:spPr>
      </p:pic>
      <p:sp>
        <p:nvSpPr>
          <p:cNvPr id="1032" name="Rectangle 2"/>
          <p:cNvSpPr>
            <a:spLocks noChangeArrowheads="1"/>
          </p:cNvSpPr>
          <p:nvPr/>
        </p:nvSpPr>
        <p:spPr bwMode="auto">
          <a:xfrm>
            <a:off x="0" y="4038600"/>
            <a:ext cx="9144000" cy="990600"/>
          </a:xfrm>
          <a:prstGeom prst="rect">
            <a:avLst/>
          </a:prstGeom>
          <a:solidFill>
            <a:srgbClr val="00008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100" y="5346700"/>
            <a:ext cx="3251200" cy="444500"/>
          </a:xfrm>
          <a:prstGeom prst="rect">
            <a:avLst/>
          </a:prstGeom>
          <a:solidFill>
            <a:srgbClr val="00B05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48300" y="5346700"/>
            <a:ext cx="3251200" cy="444500"/>
          </a:xfrm>
          <a:prstGeom prst="rect">
            <a:avLst/>
          </a:prstGeom>
          <a:solidFill>
            <a:srgbClr val="FF0000"/>
          </a:solidFill>
        </p:spPr>
        <p:txBody>
          <a:bodyPr vert="horz" rtlCol="0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8000" y="254000"/>
            <a:ext cx="2236510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Name Candidate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17137" name="txtRationale" r:id="rId2" imgW="9144000" imgH="647640"/>
        </mc:Choice>
        <mc:Fallback>
          <p:control name="txtRationale" r:id="rId2" imgW="9144000" imgH="647640">
            <p:pic>
              <p:nvPicPr>
                <p:cNvPr id="3" name="txtRational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0"/>
                <a:srcRect/>
                <a:stretch>
                  <a:fillRect/>
                </a:stretch>
              </p:blipFill>
              <p:spPr bwMode="auto">
                <a:xfrm>
                  <a:off x="0" y="4229100"/>
                  <a:ext cx="9144000" cy="647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38" name="txtCategory" r:id="rId3" imgW="6429240" imgH="380880"/>
        </mc:Choice>
        <mc:Fallback>
          <p:control name="txtCategory" r:id="rId3" imgW="6429240" imgH="380880">
            <p:pic>
              <p:nvPicPr>
                <p:cNvPr id="4" name="txtCategor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1"/>
                <a:srcRect/>
                <a:stretch>
                  <a:fillRect/>
                </a:stretch>
              </p:blipFill>
              <p:spPr bwMode="auto">
                <a:xfrm>
                  <a:off x="1447800" y="1219200"/>
                  <a:ext cx="6427788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39" name="optPositive" r:id="rId4" imgW="1143000" imgH="504720"/>
        </mc:Choice>
        <mc:Fallback>
          <p:control name="optPositive" r:id="rId4" imgW="1143000" imgH="504720">
            <p:pic>
              <p:nvPicPr>
                <p:cNvPr id="5" name="optPosi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457200" y="1219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0" name="optNeutral" r:id="rId5" imgW="1143000" imgH="504720"/>
        </mc:Choice>
        <mc:Fallback>
          <p:control name="optNeutral" r:id="rId5" imgW="1143000" imgH="504720">
            <p:pic>
              <p:nvPicPr>
                <p:cNvPr id="6" name="optNeutra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3"/>
                <a:srcRect/>
                <a:stretch>
                  <a:fillRect/>
                </a:stretch>
              </p:blipFill>
              <p:spPr bwMode="auto">
                <a:xfrm>
                  <a:off x="457200" y="1727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1" name="optNegative" r:id="rId6" imgW="1143000" imgH="504720"/>
        </mc:Choice>
        <mc:Fallback>
          <p:control name="optNegative" r:id="rId6" imgW="1143000" imgH="504720">
            <p:pic>
              <p:nvPicPr>
                <p:cNvPr id="7" name="optNegativ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4"/>
                <a:srcRect/>
                <a:stretch>
                  <a:fillRect/>
                </a:stretch>
              </p:blipFill>
              <p:spPr bwMode="auto">
                <a:xfrm>
                  <a:off x="457200" y="2235200"/>
                  <a:ext cx="1143000" cy="508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2" name="txtNewName" r:id="rId7" imgW="8229600" imgH="533520"/>
        </mc:Choice>
        <mc:Fallback>
          <p:control name="txtNewName" r:id="rId7" imgW="8229600" imgH="533520">
            <p:pic>
              <p:nvPicPr>
                <p:cNvPr id="8" name="txtNew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5"/>
                <a:srcRect/>
                <a:stretch>
                  <a:fillRect/>
                </a:stretch>
              </p:blipFill>
              <p:spPr bwMode="auto">
                <a:xfrm>
                  <a:off x="457200" y="3048000"/>
                  <a:ext cx="8229600" cy="5334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3" name="txtExplore" r:id="rId8" imgW="3171960" imgH="380880"/>
        </mc:Choice>
        <mc:Fallback>
          <p:control name="txtExplore" r:id="rId8" imgW="3171960" imgH="380880">
            <p:pic>
              <p:nvPicPr>
                <p:cNvPr id="9" name="txtExplor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6"/>
                <a:srcRect/>
                <a:stretch>
                  <a:fillRect/>
                </a:stretch>
              </p:blipFill>
              <p:spPr bwMode="auto">
                <a:xfrm>
                  <a:off x="4572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4" name="txtAvoid" r:id="rId9" imgW="3171960" imgH="380880"/>
        </mc:Choice>
        <mc:Fallback>
          <p:control name="txtAvoid" r:id="rId9" imgW="3171960" imgH="380880">
            <p:pic>
              <p:nvPicPr>
                <p:cNvPr id="10" name="txtAvoid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7"/>
                <a:srcRect/>
                <a:stretch>
                  <a:fillRect/>
                </a:stretch>
              </p:blipFill>
              <p:spPr bwMode="auto">
                <a:xfrm>
                  <a:off x="5486400" y="5372100"/>
                  <a:ext cx="31750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5" name="btnReset" r:id="rId10" imgW="914400" imgH="380880"/>
        </mc:Choice>
        <mc:Fallback>
          <p:control name="btnReset" r:id="rId10" imgW="914400" imgH="380880">
            <p:pic>
              <p:nvPicPr>
                <p:cNvPr id="11" name="btnReset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8"/>
                <a:srcRect/>
                <a:stretch>
                  <a:fillRect/>
                </a:stretch>
              </p:blipFill>
              <p:spPr bwMode="auto">
                <a:xfrm>
                  <a:off x="4114800" y="6324600"/>
                  <a:ext cx="914400" cy="381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6" name="btnTally" r:id="rId11" imgW="638280" imgH="257040"/>
        </mc:Choice>
        <mc:Fallback>
          <p:control name="btnTally" r:id="rId11" imgW="638280" imgH="257040">
            <p:pic>
              <p:nvPicPr>
                <p:cNvPr id="14" name="btn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9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7" name="txtNotation" r:id="rId12" imgW="990720" imgH="228600"/>
        </mc:Choice>
        <mc:Fallback>
          <p:control name="txtNotation" r:id="rId12" imgW="990720" imgH="228600">
            <p:pic>
              <p:nvPicPr>
                <p:cNvPr id="19" name="txtNotation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0"/>
                <a:srcRect/>
                <a:stretch>
                  <a:fillRect/>
                </a:stretch>
              </p:blipFill>
              <p:spPr bwMode="auto">
                <a:xfrm>
                  <a:off x="0" y="6400800"/>
                  <a:ext cx="990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8" name="txtTally" r:id="rId13" imgW="1038240" imgH="523800"/>
        </mc:Choice>
        <mc:Fallback>
          <p:control name="txtTally" r:id="rId13" imgW="1038240" imgH="523800">
            <p:pic>
              <p:nvPicPr>
                <p:cNvPr id="20" name="txtTally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1"/>
                <a:srcRect/>
                <a:stretch>
                  <a:fillRect/>
                </a:stretch>
              </p:blipFill>
              <p:spPr bwMode="auto">
                <a:xfrm>
                  <a:off x="8001000" y="1447800"/>
                  <a:ext cx="1041400" cy="5207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49" name="btnExportResultsToExcel" r:id="rId14" imgW="638280" imgH="638280"/>
        </mc:Choice>
        <mc:Fallback>
          <p:control name="btnExportResultsToExcel" r:id="rId14" imgW="638280" imgH="638280">
            <p:pic>
              <p:nvPicPr>
                <p:cNvPr id="30" name="btnExportResultsToExcel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2"/>
                <a:srcRect/>
                <a:stretch>
                  <a:fillRect/>
                </a:stretch>
              </p:blipFill>
              <p:spPr bwMode="auto">
                <a:xfrm>
                  <a:off x="54102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50" name="btnClearCurrentData" r:id="rId15" imgW="638280" imgH="638280"/>
        </mc:Choice>
        <mc:Fallback>
          <p:control name="btnClearCurrentData" r:id="rId15" imgW="638280" imgH="638280">
            <p:pic>
              <p:nvPicPr>
                <p:cNvPr id="32" name="btnClearCurrentData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3"/>
                <a:srcRect/>
                <a:stretch>
                  <a:fillRect/>
                </a:stretch>
              </p:blipFill>
              <p:spPr bwMode="auto">
                <a:xfrm>
                  <a:off x="3048000" y="6121400"/>
                  <a:ext cx="635000" cy="635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17151" name="txtName" r:id="rId16" imgW="6324480" imgH="1247760"/>
        </mc:Choice>
        <mc:Fallback>
          <p:control name="txtName" r:id="rId16" imgW="6324480" imgH="1247760">
            <p:pic>
              <p:nvPicPr>
                <p:cNvPr id="2" name="txtName" hidden="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34"/>
                <a:srcRect/>
                <a:stretch>
                  <a:fillRect/>
                </a:stretch>
              </p:blipFill>
              <p:spPr bwMode="auto">
                <a:xfrm>
                  <a:off x="1447800" y="1676400"/>
                  <a:ext cx="6324600" cy="1244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692816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Positive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Positive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Positive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Positive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Positive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1843" name="btnGeneratePositiveNames" r:id="rId2" imgW="638280" imgH="257040"/>
        </mc:Choice>
        <mc:Fallback>
          <p:control name="btnGeneratePositiveNames" r:id="rId2" imgW="638280" imgH="257040">
            <p:pic>
              <p:nvPicPr>
                <p:cNvPr id="2" name="btnGeneratePositiveNames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3718953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Existing"/>
          <p:cNvSpPr txBox="1"/>
          <p:nvPr/>
        </p:nvSpPr>
        <p:spPr>
          <a:xfrm>
            <a:off x="508000" y="254000"/>
            <a:ext cx="354295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Retained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Neutral Retained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utralNames1"/>
          <p:cNvSpPr txBox="1"/>
          <p:nvPr/>
        </p:nvSpPr>
        <p:spPr>
          <a:xfrm>
            <a:off x="127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 smtClean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utralNames2"/>
          <p:cNvSpPr txBox="1"/>
          <p:nvPr/>
        </p:nvSpPr>
        <p:spPr>
          <a:xfrm>
            <a:off x="2476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utralNames3"/>
          <p:cNvSpPr txBox="1"/>
          <p:nvPr/>
        </p:nvSpPr>
        <p:spPr>
          <a:xfrm>
            <a:off x="482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NeutralNames4"/>
          <p:cNvSpPr txBox="1"/>
          <p:nvPr/>
        </p:nvSpPr>
        <p:spPr>
          <a:xfrm>
            <a:off x="71755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2867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1111021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1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2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3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3890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651352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4038541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Project Team Name Candidates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8500" y="1104900"/>
            <a:ext cx="7874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New Names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NewNames4"/>
          <p:cNvSpPr txBox="1"/>
          <p:nvPr/>
        </p:nvSpPr>
        <p:spPr>
          <a:xfrm>
            <a:off x="1143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NewNames5"/>
          <p:cNvSpPr txBox="1"/>
          <p:nvPr/>
        </p:nvSpPr>
        <p:spPr>
          <a:xfrm>
            <a:off x="3556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NewNames6"/>
          <p:cNvSpPr txBox="1"/>
          <p:nvPr/>
        </p:nvSpPr>
        <p:spPr>
          <a:xfrm>
            <a:off x="5969000" y="1600200"/>
            <a:ext cx="228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4914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69986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433953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Explore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Explore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Explore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Explore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Explore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Explore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Explore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Explore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5938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38846891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ction Button: Forward or Next 15">
            <a:hlinkClick r:id="" action="ppaction://hlinkshowjump?jump=nextslide" highlightClick="1"/>
          </p:cNvPr>
          <p:cNvSpPr/>
          <p:nvPr/>
        </p:nvSpPr>
        <p:spPr bwMode="auto">
          <a:xfrm>
            <a:off x="8686800" y="6400800"/>
            <a:ext cx="304800" cy="276999"/>
          </a:xfrm>
          <a:prstGeom prst="actionButtonForwardNex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000000"/>
              </a:solidFill>
              <a:latin typeface="Arial Narrow" pitchFamily="34" charset="0"/>
            </a:endParaRPr>
          </a:p>
        </p:txBody>
      </p:sp>
      <p:sp>
        <p:nvSpPr>
          <p:cNvPr id="10" name="Action Button: Forward or Next 9">
            <a:hlinkClick r:id="" action="ppaction://macro?name=valNext" highlightClick="1"/>
          </p:cNvPr>
          <p:cNvSpPr/>
          <p:nvPr/>
        </p:nvSpPr>
        <p:spPr bwMode="auto">
          <a:xfrm>
            <a:off x="8382000" y="6477000"/>
            <a:ext cx="304800" cy="276999"/>
          </a:xfrm>
          <a:prstGeom prst="actionButtonForwardNext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11" name="Action Button: Back or Previous 10">
            <a:hlinkClick r:id="" action="ppaction://macro?name=valPrev" highlightClick="1"/>
          </p:cNvPr>
          <p:cNvSpPr/>
          <p:nvPr/>
        </p:nvSpPr>
        <p:spPr bwMode="auto">
          <a:xfrm>
            <a:off x="8001000" y="6477000"/>
            <a:ext cx="301752" cy="276999"/>
          </a:xfrm>
          <a:prstGeom prst="actionButtonBackPrevious">
            <a:avLst/>
          </a:prstGeom>
          <a:solidFill>
            <a:srgbClr val="003399"/>
          </a:solidFill>
          <a:ln>
            <a:solidFill>
              <a:srgbClr val="FFFFFF"/>
            </a:solidFill>
          </a:ln>
          <a:extLst/>
        </p:spPr>
        <p:txBody>
          <a:bodyPr wrap="square" rtlCol="0" anchor="ctr">
            <a:spAutoFit/>
          </a:bodyPr>
          <a:lstStyle/>
          <a:p>
            <a:pPr algn="ctr"/>
            <a:endParaRPr lang="en-US" sz="1200" dirty="0">
              <a:solidFill>
                <a:srgbClr val="FFFFFF"/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254000"/>
            <a:ext cx="3170548" cy="49244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2600" dirty="0" smtClean="0">
                <a:solidFill>
                  <a:srgbClr val="003399"/>
                </a:solidFill>
                <a:latin typeface="Arial Narrow"/>
              </a:rPr>
              <a:t>Roots/Concepts to Avoid</a:t>
            </a:r>
            <a:endParaRPr lang="en-US" sz="2600" dirty="0">
              <a:solidFill>
                <a:srgbClr val="003399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104900"/>
            <a:ext cx="8128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800" smtClean="0">
                <a:solidFill>
                  <a:srgbClr val="000566"/>
                </a:solidFill>
                <a:latin typeface="Arial Narrow"/>
              </a:rPr>
              <a:t>Roots/Concepts to Avoid</a:t>
            </a:r>
            <a:endParaRPr lang="en-US" sz="1800">
              <a:solidFill>
                <a:srgbClr val="000566"/>
              </a:solidFill>
              <a:latin typeface="Arial Narrow"/>
            </a:endParaRPr>
          </a:p>
        </p:txBody>
      </p:sp>
      <p:sp>
        <p:nvSpPr>
          <p:cNvPr id="8" name="Avoid1"/>
          <p:cNvSpPr txBox="1"/>
          <p:nvPr/>
        </p:nvSpPr>
        <p:spPr>
          <a:xfrm>
            <a:off x="508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Avoid2"/>
          <p:cNvSpPr txBox="1"/>
          <p:nvPr/>
        </p:nvSpPr>
        <p:spPr>
          <a:xfrm>
            <a:off x="1841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Avoid3"/>
          <p:cNvSpPr txBox="1"/>
          <p:nvPr/>
        </p:nvSpPr>
        <p:spPr>
          <a:xfrm>
            <a:off x="32385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Avoid4"/>
          <p:cNvSpPr txBox="1"/>
          <p:nvPr/>
        </p:nvSpPr>
        <p:spPr>
          <a:xfrm>
            <a:off x="4699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4" name="Avoid5"/>
          <p:cNvSpPr txBox="1"/>
          <p:nvPr/>
        </p:nvSpPr>
        <p:spPr>
          <a:xfrm>
            <a:off x="6096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Avoid6"/>
          <p:cNvSpPr txBox="1"/>
          <p:nvPr/>
        </p:nvSpPr>
        <p:spPr>
          <a:xfrm>
            <a:off x="7493000" y="1600200"/>
            <a:ext cx="12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 sz="180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6962" name="CommandButton4" r:id="rId2" imgW="638280" imgH="257040"/>
        </mc:Choice>
        <mc:Fallback>
          <p:control name="CommandButton4" r:id="rId2" imgW="638280" imgH="257040">
            <p:pic>
              <p:nvPicPr>
                <p:cNvPr id="2" name="CommandButt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5"/>
                <a:srcRect/>
                <a:stretch>
                  <a:fillRect/>
                </a:stretch>
              </p:blipFill>
              <p:spPr bwMode="auto">
                <a:xfrm>
                  <a:off x="8077200" y="1066800"/>
                  <a:ext cx="635000" cy="254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22013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6a5113e9adafc622cda13cb92ba8a34161db59"/>
  <p:tag name="ISPRING_RESOURCE_PATHS_HASH_PRESENTER" val="d7ba58e88a35f03331c4eabd8f64790fd2dddbb"/>
</p:tagLst>
</file>

<file path=ppt/theme/theme1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square">
        <a:spAutoFit/>
      </a:bodyPr>
      <a:lstStyle>
        <a:defPPr algn="ctr">
          <a:defRPr sz="1200" dirty="0">
            <a:latin typeface="Arial Narrow" pitchFamily="34" charset="0"/>
          </a:defRPr>
        </a:defPPr>
      </a:lst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6501</TotalTime>
  <Words>39</Words>
  <Application>Microsoft Office PowerPoint</Application>
  <PresentationFormat>On-screen Show (4:3)</PresentationFormat>
  <Paragraphs>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Narrow</vt:lpstr>
      <vt:lpstr>Times New Roman</vt:lpstr>
      <vt:lpstr>3_Default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Brand Institute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Amauris Diaz</dc:creator>
  <cp:lastModifiedBy>Carlos Gomez</cp:lastModifiedBy>
  <cp:revision>744</cp:revision>
  <dcterms:created xsi:type="dcterms:W3CDTF">2011-09-26T13:59:59Z</dcterms:created>
  <dcterms:modified xsi:type="dcterms:W3CDTF">2015-09-09T21:05:28Z</dcterms:modified>
</cp:coreProperties>
</file>