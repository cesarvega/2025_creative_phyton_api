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5"/>
  </p:notesMasterIdLst>
  <p:handoutMasterIdLst>
    <p:handoutMasterId r:id="rId6"/>
  </p:handoutMasterIdLst>
  <p:sldIdLst>
    <p:sldId id="885" r:id="rId2"/>
    <p:sldId id="13995" r:id="rId3"/>
    <p:sldId id="13899" r:id="rId4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di" initials="M" lastIdx="1" clrIdx="0">
    <p:extLst>
      <p:ext uri="{19B8F6BF-5375-455C-9EA6-DF929625EA0E}">
        <p15:presenceInfo xmlns:p15="http://schemas.microsoft.com/office/powerpoint/2012/main" userId="Mahd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06D"/>
    <a:srgbClr val="36ACFF"/>
    <a:srgbClr val="F7D300"/>
    <a:srgbClr val="FF9300"/>
    <a:srgbClr val="000000"/>
    <a:srgbClr val="062E83"/>
    <a:srgbClr val="00C1F7"/>
    <a:srgbClr val="E29A35"/>
    <a:srgbClr val="521B93"/>
    <a:srgbClr val="B53A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652" autoAdjust="0"/>
    <p:restoredTop sz="95324" autoAdjust="0"/>
  </p:normalViewPr>
  <p:slideViewPr>
    <p:cSldViewPr snapToGrid="0" snapToObjects="1" showGuides="1">
      <p:cViewPr varScale="1">
        <p:scale>
          <a:sx n="47" d="100"/>
          <a:sy n="47" d="100"/>
        </p:scale>
        <p:origin x="178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22" d="100"/>
          <a:sy n="122" d="100"/>
        </p:scale>
        <p:origin x="499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 Lash, MA" userId="5434cf4c-c9a9-419e-b157-a085d07e3b64" providerId="ADAL" clId="{FD2027DD-D8E6-4DE0-B113-CDDE3C5E7BB1}"/>
    <pc:docChg chg="addSld delSld modSld">
      <pc:chgData name="Alexa Lash, MA" userId="5434cf4c-c9a9-419e-b157-a085d07e3b64" providerId="ADAL" clId="{FD2027DD-D8E6-4DE0-B113-CDDE3C5E7BB1}" dt="2025-03-12T17:14:22.456" v="32" actId="2696"/>
      <pc:docMkLst>
        <pc:docMk/>
      </pc:docMkLst>
      <pc:sldChg chg="modSp mod">
        <pc:chgData name="Alexa Lash, MA" userId="5434cf4c-c9a9-419e-b157-a085d07e3b64" providerId="ADAL" clId="{FD2027DD-D8E6-4DE0-B113-CDDE3C5E7BB1}" dt="2025-03-12T17:13:10.399" v="28" actId="20577"/>
        <pc:sldMkLst>
          <pc:docMk/>
          <pc:sldMk cId="1545977866" sldId="885"/>
        </pc:sldMkLst>
        <pc:spChg chg="mod">
          <ac:chgData name="Alexa Lash, MA" userId="5434cf4c-c9a9-419e-b157-a085d07e3b64" providerId="ADAL" clId="{FD2027DD-D8E6-4DE0-B113-CDDE3C5E7BB1}" dt="2025-03-12T17:13:10.399" v="28" actId="20577"/>
          <ac:spMkLst>
            <pc:docMk/>
            <pc:sldMk cId="1545977866" sldId="885"/>
            <ac:spMk id="5" creationId="{C54A029D-F405-1B1E-8A4D-ADC03D72EF82}"/>
          </ac:spMkLst>
        </pc:spChg>
      </pc:sldChg>
      <pc:sldChg chg="add">
        <pc:chgData name="Alexa Lash, MA" userId="5434cf4c-c9a9-419e-b157-a085d07e3b64" providerId="ADAL" clId="{FD2027DD-D8E6-4DE0-B113-CDDE3C5E7BB1}" dt="2025-03-12T17:13:56.974" v="29"/>
        <pc:sldMkLst>
          <pc:docMk/>
          <pc:sldMk cId="1370490642" sldId="13899"/>
        </pc:sldMkLst>
      </pc:sldChg>
      <pc:sldChg chg="del">
        <pc:chgData name="Alexa Lash, MA" userId="5434cf4c-c9a9-419e-b157-a085d07e3b64" providerId="ADAL" clId="{FD2027DD-D8E6-4DE0-B113-CDDE3C5E7BB1}" dt="2025-03-12T17:14:01.211" v="30" actId="2696"/>
        <pc:sldMkLst>
          <pc:docMk/>
          <pc:sldMk cId="1970275225" sldId="13921"/>
        </pc:sldMkLst>
      </pc:sldChg>
      <pc:sldChg chg="del">
        <pc:chgData name="Alexa Lash, MA" userId="5434cf4c-c9a9-419e-b157-a085d07e3b64" providerId="ADAL" clId="{FD2027DD-D8E6-4DE0-B113-CDDE3C5E7BB1}" dt="2025-03-12T17:14:22.456" v="32" actId="2696"/>
        <pc:sldMkLst>
          <pc:docMk/>
          <pc:sldMk cId="1204540551" sldId="13925"/>
        </pc:sldMkLst>
      </pc:sldChg>
      <pc:sldChg chg="add del">
        <pc:chgData name="Alexa Lash, MA" userId="5434cf4c-c9a9-419e-b157-a085d07e3b64" providerId="ADAL" clId="{FD2027DD-D8E6-4DE0-B113-CDDE3C5E7BB1}" dt="2025-03-12T17:14:09.208" v="31" actId="2696"/>
        <pc:sldMkLst>
          <pc:docMk/>
          <pc:sldMk cId="1078513201" sldId="13927"/>
        </pc:sldMkLst>
      </pc:sldChg>
      <pc:sldChg chg="del">
        <pc:chgData name="Alexa Lash, MA" userId="5434cf4c-c9a9-419e-b157-a085d07e3b64" providerId="ADAL" clId="{FD2027DD-D8E6-4DE0-B113-CDDE3C5E7BB1}" dt="2025-03-12T17:14:01.211" v="30" actId="2696"/>
        <pc:sldMkLst>
          <pc:docMk/>
          <pc:sldMk cId="1545164426" sldId="13939"/>
        </pc:sldMkLst>
      </pc:sldChg>
      <pc:sldChg chg="del">
        <pc:chgData name="Alexa Lash, MA" userId="5434cf4c-c9a9-419e-b157-a085d07e3b64" providerId="ADAL" clId="{FD2027DD-D8E6-4DE0-B113-CDDE3C5E7BB1}" dt="2025-03-12T17:14:01.211" v="30" actId="2696"/>
        <pc:sldMkLst>
          <pc:docMk/>
          <pc:sldMk cId="142382522" sldId="13966"/>
        </pc:sldMkLst>
      </pc:sldChg>
      <pc:sldChg chg="del">
        <pc:chgData name="Alexa Lash, MA" userId="5434cf4c-c9a9-419e-b157-a085d07e3b64" providerId="ADAL" clId="{FD2027DD-D8E6-4DE0-B113-CDDE3C5E7BB1}" dt="2025-03-12T17:14:01.211" v="30" actId="2696"/>
        <pc:sldMkLst>
          <pc:docMk/>
          <pc:sldMk cId="1600958590" sldId="13994"/>
        </pc:sldMkLst>
      </pc:sldChg>
      <pc:sldChg chg="add">
        <pc:chgData name="Alexa Lash, MA" userId="5434cf4c-c9a9-419e-b157-a085d07e3b64" providerId="ADAL" clId="{FD2027DD-D8E6-4DE0-B113-CDDE3C5E7BB1}" dt="2025-03-12T17:13:56.974" v="29"/>
        <pc:sldMkLst>
          <pc:docMk/>
          <pc:sldMk cId="3606263553" sldId="139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18781-FBF9-354C-A025-C49C596164BA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4EF74-8826-BD43-B880-7A8566D08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07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FFD40-13C9-7B48-A0BE-E251E1E33FE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E2375-F1B1-284C-A827-B0E603FDB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4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2375-F1B1-284C-A827-B0E603FDBD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54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94909-55CF-05FB-8324-895F343FF8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975" y="1163255"/>
            <a:ext cx="11347450" cy="1550361"/>
          </a:xfr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itchFamily="2" charset="2"/>
              <a:buChar char="§"/>
              <a:defRPr sz="1600"/>
            </a:lvl2pPr>
            <a:lvl3pPr marL="581025" indent="-285750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tabLst/>
              <a:defRPr sz="1600"/>
            </a:lvl3pPr>
            <a:lvl4pPr marL="865188" indent="-284163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  <a:defRPr sz="1600">
                <a:solidFill>
                  <a:srgbClr val="000000">
                    <a:alpha val="70000"/>
                  </a:srgbClr>
                </a:solidFill>
              </a:defRPr>
            </a:lvl4pPr>
            <a:lvl5pPr marL="1150938" indent="-285750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tabLst/>
              <a:defRPr sz="1600">
                <a:solidFill>
                  <a:srgbClr val="000000">
                    <a:alpha val="50000"/>
                  </a:srgbClr>
                </a:solidFill>
              </a:defRPr>
            </a:lvl5pPr>
            <a:lvl6pPr marL="2285794" indent="0">
              <a:buNone/>
              <a:defRPr/>
            </a:lvl6pPr>
            <a:lvl7pPr marL="2742954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810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pattern&#10;&#10;Description automatically generated">
            <a:extLst>
              <a:ext uri="{FF2B5EF4-FFF2-40B4-BE49-F238E27FC236}">
                <a16:creationId xmlns:a16="http://schemas.microsoft.com/office/drawing/2014/main" id="{CD53DEE4-2A05-367D-9D85-9052CEE8A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94909-55CF-05FB-8324-895F343FF8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975" y="1163255"/>
            <a:ext cx="11347450" cy="1550361"/>
          </a:xfr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itchFamily="2" charset="2"/>
              <a:buChar char="§"/>
              <a:defRPr sz="1600"/>
            </a:lvl2pPr>
            <a:lvl3pPr marL="581025" indent="-285750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tabLst/>
              <a:defRPr sz="1600"/>
            </a:lvl3pPr>
            <a:lvl4pPr marL="865188" indent="-284163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  <a:defRPr sz="1600">
                <a:solidFill>
                  <a:srgbClr val="000000">
                    <a:alpha val="70000"/>
                  </a:srgbClr>
                </a:solidFill>
              </a:defRPr>
            </a:lvl4pPr>
            <a:lvl5pPr marL="1150938" indent="-285750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tabLst/>
              <a:defRPr sz="1600">
                <a:solidFill>
                  <a:srgbClr val="000000">
                    <a:alpha val="50000"/>
                  </a:srgbClr>
                </a:solidFill>
              </a:defRPr>
            </a:lvl5pPr>
            <a:lvl6pPr marL="2285794" indent="0">
              <a:buNone/>
              <a:defRPr/>
            </a:lvl6pPr>
            <a:lvl7pPr marL="2742954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4">
            <a:extLst>
              <a:ext uri="{FF2B5EF4-FFF2-40B4-BE49-F238E27FC236}">
                <a16:creationId xmlns:a16="http://schemas.microsoft.com/office/drawing/2014/main" id="{46503078-9B1C-2542-8F57-02CA00FB5258}"/>
              </a:ext>
            </a:extLst>
          </p:cNvPr>
          <p:cNvSpPr txBox="1">
            <a:spLocks/>
          </p:cNvSpPr>
          <p:nvPr userDrawn="1"/>
        </p:nvSpPr>
        <p:spPr>
          <a:xfrm>
            <a:off x="11161674" y="6376228"/>
            <a:ext cx="10038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33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6C48702-E445-134E-B960-6F692773524F}" type="slidenum">
              <a:rPr lang="en-US" sz="1000" b="1" i="0" smtClean="0">
                <a:solidFill>
                  <a:schemeClr val="tx1"/>
                </a:solidFill>
                <a:latin typeface="Open Sans Semibold" charset="0"/>
                <a:ea typeface="Open Sans Semibold" charset="0"/>
                <a:cs typeface="Open Sans Semibold" charset="0"/>
              </a:rPr>
              <a:pPr algn="ctr"/>
              <a:t>‹#›</a:t>
            </a:fld>
            <a:endParaRPr lang="en-US" sz="800" b="1" i="0" dirty="0">
              <a:solidFill>
                <a:schemeClr val="tx1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A2C83-AD7C-9D74-8B6D-6A60079F136A}"/>
              </a:ext>
            </a:extLst>
          </p:cNvPr>
          <p:cNvSpPr txBox="1"/>
          <p:nvPr userDrawn="1"/>
        </p:nvSpPr>
        <p:spPr>
          <a:xfrm>
            <a:off x="419603" y="6400800"/>
            <a:ext cx="1406154" cy="246221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listo MT" panose="02040603050505030304" pitchFamily="18" charset="77"/>
                <a:ea typeface="Baskerville" panose="02020502070401020303" pitchFamily="18" charset="0"/>
              </a:rPr>
              <a:t>BRAND INSTITUTE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4E7B74-BCF7-DFD0-8C18-09D09381C83E}"/>
              </a:ext>
            </a:extLst>
          </p:cNvPr>
          <p:cNvCxnSpPr>
            <a:cxnSpLocks/>
          </p:cNvCxnSpPr>
          <p:nvPr userDrawn="1"/>
        </p:nvCxnSpPr>
        <p:spPr>
          <a:xfrm>
            <a:off x="2052320" y="6515100"/>
            <a:ext cx="9154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74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Main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94909-55CF-05FB-8324-895F343FF8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975" y="1163255"/>
            <a:ext cx="11347450" cy="1550361"/>
          </a:xfrm>
        </p:spPr>
        <p:txBody>
          <a:bodyPr/>
          <a:lstStyle>
            <a:lvl1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itchFamily="2" charset="2"/>
              <a:buChar char="§"/>
              <a:defRPr sz="1600"/>
            </a:lvl2pPr>
            <a:lvl3pPr marL="581025" indent="-285750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tabLst/>
              <a:defRPr sz="1600"/>
            </a:lvl3pPr>
            <a:lvl4pPr marL="865188" indent="-284163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  <a:defRPr sz="1600">
                <a:solidFill>
                  <a:srgbClr val="000000">
                    <a:alpha val="70000"/>
                  </a:srgbClr>
                </a:solidFill>
              </a:defRPr>
            </a:lvl4pPr>
            <a:lvl5pPr marL="1150938" indent="-285750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Courier New" panose="02070309020205020404" pitchFamily="49" charset="0"/>
              <a:buChar char="o"/>
              <a:tabLst/>
              <a:defRPr sz="1600">
                <a:solidFill>
                  <a:srgbClr val="000000">
                    <a:alpha val="50000"/>
                  </a:srgbClr>
                </a:solidFill>
              </a:defRPr>
            </a:lvl5pPr>
            <a:lvl6pPr marL="2285794" indent="0">
              <a:buNone/>
              <a:defRPr/>
            </a:lvl6pPr>
            <a:lvl7pPr marL="2742954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908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in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8AE4E23-B332-D874-8BF0-BC8833CDCB5E}"/>
              </a:ext>
            </a:extLst>
          </p:cNvPr>
          <p:cNvSpPr/>
          <p:nvPr userDrawn="1"/>
        </p:nvSpPr>
        <p:spPr>
          <a:xfrm>
            <a:off x="521499" y="1315530"/>
            <a:ext cx="2286001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ame Side Corner Rectangle 2">
            <a:extLst>
              <a:ext uri="{FF2B5EF4-FFF2-40B4-BE49-F238E27FC236}">
                <a16:creationId xmlns:a16="http://schemas.microsoft.com/office/drawing/2014/main" id="{927E4851-4850-EDD5-8612-7BFBC7F0DE4B}"/>
              </a:ext>
            </a:extLst>
          </p:cNvPr>
          <p:cNvSpPr/>
          <p:nvPr userDrawn="1"/>
        </p:nvSpPr>
        <p:spPr>
          <a:xfrm rot="10800000">
            <a:off x="385269" y="2700881"/>
            <a:ext cx="2558460" cy="82642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60AAFBEE-EE49-29A3-6FAE-66856A02F7A5}"/>
              </a:ext>
            </a:extLst>
          </p:cNvPr>
          <p:cNvSpPr/>
          <p:nvPr userDrawn="1"/>
        </p:nvSpPr>
        <p:spPr>
          <a:xfrm>
            <a:off x="1532976" y="2563094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D32363-DAFA-CC5A-C313-CB32BBA02E60}"/>
              </a:ext>
            </a:extLst>
          </p:cNvPr>
          <p:cNvSpPr/>
          <p:nvPr userDrawn="1"/>
        </p:nvSpPr>
        <p:spPr>
          <a:xfrm>
            <a:off x="3438425" y="1315531"/>
            <a:ext cx="2286000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 Same Side Corner Rectangle 10">
            <a:extLst>
              <a:ext uri="{FF2B5EF4-FFF2-40B4-BE49-F238E27FC236}">
                <a16:creationId xmlns:a16="http://schemas.microsoft.com/office/drawing/2014/main" id="{8441327E-15CB-0DFF-F8E2-083042B50BB9}"/>
              </a:ext>
            </a:extLst>
          </p:cNvPr>
          <p:cNvSpPr/>
          <p:nvPr userDrawn="1"/>
        </p:nvSpPr>
        <p:spPr>
          <a:xfrm rot="10800000">
            <a:off x="3302196" y="2700882"/>
            <a:ext cx="2558459" cy="82642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274A8AB8-B69C-005D-E97E-7FB951BA4E60}"/>
              </a:ext>
            </a:extLst>
          </p:cNvPr>
          <p:cNvSpPr/>
          <p:nvPr userDrawn="1"/>
        </p:nvSpPr>
        <p:spPr>
          <a:xfrm>
            <a:off x="4449902" y="2563095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EBA1327-19A6-ADA6-9FF1-107D7A967749}"/>
              </a:ext>
            </a:extLst>
          </p:cNvPr>
          <p:cNvSpPr/>
          <p:nvPr userDrawn="1"/>
        </p:nvSpPr>
        <p:spPr>
          <a:xfrm>
            <a:off x="6354804" y="1315530"/>
            <a:ext cx="2286001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8C375747-1146-ED1C-ADE2-C8586945C347}"/>
              </a:ext>
            </a:extLst>
          </p:cNvPr>
          <p:cNvSpPr/>
          <p:nvPr userDrawn="1"/>
        </p:nvSpPr>
        <p:spPr>
          <a:xfrm rot="10800000">
            <a:off x="6218574" y="2700881"/>
            <a:ext cx="2558460" cy="82642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E5C9FA90-61A9-11B1-D646-148FA85A45C1}"/>
              </a:ext>
            </a:extLst>
          </p:cNvPr>
          <p:cNvSpPr/>
          <p:nvPr userDrawn="1"/>
        </p:nvSpPr>
        <p:spPr>
          <a:xfrm>
            <a:off x="7366281" y="2563094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24042FE-0D17-9D55-B802-19243C36781E}"/>
              </a:ext>
            </a:extLst>
          </p:cNvPr>
          <p:cNvSpPr/>
          <p:nvPr userDrawn="1"/>
        </p:nvSpPr>
        <p:spPr>
          <a:xfrm>
            <a:off x="9286256" y="1315530"/>
            <a:ext cx="2286001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FC66EA44-5D57-1EAC-82CD-6606E6EE2E92}"/>
              </a:ext>
            </a:extLst>
          </p:cNvPr>
          <p:cNvSpPr/>
          <p:nvPr userDrawn="1"/>
        </p:nvSpPr>
        <p:spPr>
          <a:xfrm rot="10800000">
            <a:off x="9150026" y="2700881"/>
            <a:ext cx="2558460" cy="82642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FBE6FADA-2EC7-C13E-8BA5-655961FAA9AF}"/>
              </a:ext>
            </a:extLst>
          </p:cNvPr>
          <p:cNvSpPr/>
          <p:nvPr userDrawn="1"/>
        </p:nvSpPr>
        <p:spPr>
          <a:xfrm>
            <a:off x="10297733" y="2563094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722F367-32F4-83CB-0EBE-EA9A760FF4A5}"/>
              </a:ext>
            </a:extLst>
          </p:cNvPr>
          <p:cNvSpPr/>
          <p:nvPr userDrawn="1"/>
        </p:nvSpPr>
        <p:spPr>
          <a:xfrm>
            <a:off x="521499" y="3818913"/>
            <a:ext cx="2286001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 Same Side Corner Rectangle 24">
            <a:extLst>
              <a:ext uri="{FF2B5EF4-FFF2-40B4-BE49-F238E27FC236}">
                <a16:creationId xmlns:a16="http://schemas.microsoft.com/office/drawing/2014/main" id="{19029061-735E-2F32-540D-24B0EA9CF884}"/>
              </a:ext>
            </a:extLst>
          </p:cNvPr>
          <p:cNvSpPr/>
          <p:nvPr userDrawn="1"/>
        </p:nvSpPr>
        <p:spPr>
          <a:xfrm rot="10800000">
            <a:off x="385269" y="5173784"/>
            <a:ext cx="2558460" cy="85690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253B917F-D119-6BD8-C604-09A8C59CEC06}"/>
              </a:ext>
            </a:extLst>
          </p:cNvPr>
          <p:cNvSpPr/>
          <p:nvPr userDrawn="1"/>
        </p:nvSpPr>
        <p:spPr>
          <a:xfrm>
            <a:off x="1532976" y="5035997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4F1A98F-479A-B99B-C5C6-7A9E7C317E44}"/>
              </a:ext>
            </a:extLst>
          </p:cNvPr>
          <p:cNvSpPr/>
          <p:nvPr userDrawn="1"/>
        </p:nvSpPr>
        <p:spPr>
          <a:xfrm>
            <a:off x="3438425" y="3818914"/>
            <a:ext cx="2286000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3BB1D6E3-5D94-DF61-51D2-706B7C685AC4}"/>
              </a:ext>
            </a:extLst>
          </p:cNvPr>
          <p:cNvSpPr/>
          <p:nvPr userDrawn="1"/>
        </p:nvSpPr>
        <p:spPr>
          <a:xfrm rot="10800000">
            <a:off x="3302196" y="5173785"/>
            <a:ext cx="2558459" cy="85690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FA0BD979-1AD5-9C3B-1775-6B6FDD757270}"/>
              </a:ext>
            </a:extLst>
          </p:cNvPr>
          <p:cNvSpPr/>
          <p:nvPr userDrawn="1"/>
        </p:nvSpPr>
        <p:spPr>
          <a:xfrm>
            <a:off x="4449902" y="5035998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9BAA8B3-B01C-C7C3-BD98-F5FCA5085929}"/>
              </a:ext>
            </a:extLst>
          </p:cNvPr>
          <p:cNvSpPr/>
          <p:nvPr userDrawn="1"/>
        </p:nvSpPr>
        <p:spPr>
          <a:xfrm>
            <a:off x="6354804" y="3818913"/>
            <a:ext cx="2286001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 Same Side Corner Rectangle 34">
            <a:extLst>
              <a:ext uri="{FF2B5EF4-FFF2-40B4-BE49-F238E27FC236}">
                <a16:creationId xmlns:a16="http://schemas.microsoft.com/office/drawing/2014/main" id="{96C1D0E1-D442-5513-C8BF-D118C5492A42}"/>
              </a:ext>
            </a:extLst>
          </p:cNvPr>
          <p:cNvSpPr/>
          <p:nvPr userDrawn="1"/>
        </p:nvSpPr>
        <p:spPr>
          <a:xfrm rot="10800000">
            <a:off x="6218574" y="5173784"/>
            <a:ext cx="2558460" cy="85690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D356CE3D-DA25-3B4A-E90D-335335E5BEDF}"/>
              </a:ext>
            </a:extLst>
          </p:cNvPr>
          <p:cNvSpPr/>
          <p:nvPr userDrawn="1"/>
        </p:nvSpPr>
        <p:spPr>
          <a:xfrm>
            <a:off x="7366281" y="5035997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377595A-03E5-E398-7547-C4E16D4CDBCD}"/>
              </a:ext>
            </a:extLst>
          </p:cNvPr>
          <p:cNvSpPr/>
          <p:nvPr userDrawn="1"/>
        </p:nvSpPr>
        <p:spPr>
          <a:xfrm>
            <a:off x="9286256" y="3818913"/>
            <a:ext cx="2286001" cy="209005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 Same Side Corner Rectangle 39">
            <a:extLst>
              <a:ext uri="{FF2B5EF4-FFF2-40B4-BE49-F238E27FC236}">
                <a16:creationId xmlns:a16="http://schemas.microsoft.com/office/drawing/2014/main" id="{A44754B5-8801-4838-F0B0-DF74DC866349}"/>
              </a:ext>
            </a:extLst>
          </p:cNvPr>
          <p:cNvSpPr/>
          <p:nvPr userDrawn="1"/>
        </p:nvSpPr>
        <p:spPr>
          <a:xfrm rot="10800000">
            <a:off x="9150026" y="5173784"/>
            <a:ext cx="2558460" cy="856908"/>
          </a:xfrm>
          <a:prstGeom prst="round2SameRect">
            <a:avLst>
              <a:gd name="adj1" fmla="val 31384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7EFF67A6-BB36-FF35-8465-27709ED83514}"/>
              </a:ext>
            </a:extLst>
          </p:cNvPr>
          <p:cNvSpPr/>
          <p:nvPr userDrawn="1"/>
        </p:nvSpPr>
        <p:spPr>
          <a:xfrm>
            <a:off x="10297733" y="5035997"/>
            <a:ext cx="263047" cy="137787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43EB720A-6CEE-914A-510B-BF07882781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5" y="1618547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id="{C30A95E0-37AC-3FDA-CD21-C2CA450DA9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2731" y="1618547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47" name="Picture Placeholder 44">
            <a:extLst>
              <a:ext uri="{FF2B5EF4-FFF2-40B4-BE49-F238E27FC236}">
                <a16:creationId xmlns:a16="http://schemas.microsoft.com/office/drawing/2014/main" id="{F45D1E3C-C5A0-A2EF-B433-A6A70D58CB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9110" y="1618547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48" name="Picture Placeholder 44">
            <a:extLst>
              <a:ext uri="{FF2B5EF4-FFF2-40B4-BE49-F238E27FC236}">
                <a16:creationId xmlns:a16="http://schemas.microsoft.com/office/drawing/2014/main" id="{0557B51A-F61E-F88F-8863-65F0DCB0CA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50562" y="1618547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49" name="Picture Placeholder 44">
            <a:extLst>
              <a:ext uri="{FF2B5EF4-FFF2-40B4-BE49-F238E27FC236}">
                <a16:creationId xmlns:a16="http://schemas.microsoft.com/office/drawing/2014/main" id="{5AD21F47-68C4-FDAA-DB36-95FD128FCE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5" y="4086231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50" name="Picture Placeholder 44">
            <a:extLst>
              <a:ext uri="{FF2B5EF4-FFF2-40B4-BE49-F238E27FC236}">
                <a16:creationId xmlns:a16="http://schemas.microsoft.com/office/drawing/2014/main" id="{16F2F5C0-A192-A095-F0D5-F460848ADD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2731" y="4086231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51" name="Picture Placeholder 44">
            <a:extLst>
              <a:ext uri="{FF2B5EF4-FFF2-40B4-BE49-F238E27FC236}">
                <a16:creationId xmlns:a16="http://schemas.microsoft.com/office/drawing/2014/main" id="{F2FA3F3D-F399-E629-0CF8-6F78975889E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9110" y="4086231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52" name="Picture Placeholder 44">
            <a:extLst>
              <a:ext uri="{FF2B5EF4-FFF2-40B4-BE49-F238E27FC236}">
                <a16:creationId xmlns:a16="http://schemas.microsoft.com/office/drawing/2014/main" id="{86EB47F2-A28D-E3C6-A87F-97848834FF1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50562" y="4086231"/>
            <a:ext cx="1957388" cy="710556"/>
          </a:xfrm>
        </p:spPr>
        <p:txBody>
          <a:bodyPr/>
          <a:lstStyle>
            <a:lvl1pPr algn="ctr">
              <a:defRPr sz="1600"/>
            </a:lvl1pPr>
          </a:lstStyle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BC00932A-1542-8F79-DD17-1635390158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805" y="2801072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225F0D45-E0C8-AEA5-FBAD-E2EE8EFBA3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6" y="3052910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A43BE98A-8CFF-239D-7837-600B236F32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2731" y="2801072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540947BA-F7CD-43BD-1EDC-A03A5EEAA5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2732" y="3052910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  <p:sp>
        <p:nvSpPr>
          <p:cNvPr id="63" name="Text Placeholder 55">
            <a:extLst>
              <a:ext uri="{FF2B5EF4-FFF2-40B4-BE49-F238E27FC236}">
                <a16:creationId xmlns:a16="http://schemas.microsoft.com/office/drawing/2014/main" id="{1B5B9D46-8C13-9664-965C-E7218BF903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9110" y="2801072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149B9E92-8CA9-6720-6FF9-CAF33F40CE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19111" y="3052910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  <p:sp>
        <p:nvSpPr>
          <p:cNvPr id="65" name="Text Placeholder 55">
            <a:extLst>
              <a:ext uri="{FF2B5EF4-FFF2-40B4-BE49-F238E27FC236}">
                <a16:creationId xmlns:a16="http://schemas.microsoft.com/office/drawing/2014/main" id="{DD8B1CE7-9998-F105-787B-0F87C40129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50562" y="2797062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B2AF12E1-DED0-2D31-9F5B-9390A3D49E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50563" y="3048900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  <p:sp>
        <p:nvSpPr>
          <p:cNvPr id="67" name="Text Placeholder 55">
            <a:extLst>
              <a:ext uri="{FF2B5EF4-FFF2-40B4-BE49-F238E27FC236}">
                <a16:creationId xmlns:a16="http://schemas.microsoft.com/office/drawing/2014/main" id="{B1D9EF7B-2D16-3097-0830-8456C4166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5805" y="5288723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38B541B0-380A-A0BD-0C5F-1783908C5F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5806" y="5540561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  <p:sp>
        <p:nvSpPr>
          <p:cNvPr id="69" name="Text Placeholder 55">
            <a:extLst>
              <a:ext uri="{FF2B5EF4-FFF2-40B4-BE49-F238E27FC236}">
                <a16:creationId xmlns:a16="http://schemas.microsoft.com/office/drawing/2014/main" id="{273DE448-B132-393A-6873-88F8BE2CF4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02731" y="5288723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5E285737-B315-F642-0D2B-30678C0CD5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02732" y="5540561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  <p:sp>
        <p:nvSpPr>
          <p:cNvPr id="71" name="Text Placeholder 55">
            <a:extLst>
              <a:ext uri="{FF2B5EF4-FFF2-40B4-BE49-F238E27FC236}">
                <a16:creationId xmlns:a16="http://schemas.microsoft.com/office/drawing/2014/main" id="{5C47E306-0183-6729-1D25-3DF199FECD8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19110" y="5288723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A7CEF7A5-AB3F-F825-3480-6D48828DA1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19111" y="5540561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  <p:sp>
        <p:nvSpPr>
          <p:cNvPr id="73" name="Text Placeholder 55">
            <a:extLst>
              <a:ext uri="{FF2B5EF4-FFF2-40B4-BE49-F238E27FC236}">
                <a16:creationId xmlns:a16="http://schemas.microsoft.com/office/drawing/2014/main" id="{91B74C45-650D-3353-D7F7-EC5072B81A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50562" y="5284713"/>
            <a:ext cx="1957388" cy="18466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74" name="Text Placeholder 57">
            <a:extLst>
              <a:ext uri="{FF2B5EF4-FFF2-40B4-BE49-F238E27FC236}">
                <a16:creationId xmlns:a16="http://schemas.microsoft.com/office/drawing/2014/main" id="{FD727C4C-4526-24EF-6B5F-DAC5C037C5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50563" y="5536551"/>
            <a:ext cx="1957387" cy="36933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 algn="ctr">
              <a:defRPr sz="1200">
                <a:solidFill>
                  <a:schemeClr val="bg1"/>
                </a:solidFill>
              </a:defRPr>
            </a:lvl2pPr>
            <a:lvl3pPr algn="ctr">
              <a:defRPr sz="1200">
                <a:solidFill>
                  <a:schemeClr val="bg1"/>
                </a:solidFill>
              </a:defRPr>
            </a:lvl3pPr>
            <a:lvl4pPr algn="ctr">
              <a:defRPr sz="1200">
                <a:solidFill>
                  <a:schemeClr val="bg1"/>
                </a:solidFill>
              </a:defRPr>
            </a:lvl4pPr>
            <a:lvl5pPr algn="ctr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Rationale</a:t>
            </a:r>
          </a:p>
        </p:txBody>
      </p:sp>
    </p:spTree>
    <p:extLst>
      <p:ext uri="{BB962C8B-B14F-4D97-AF65-F5344CB8AC3E}">
        <p14:creationId xmlns:p14="http://schemas.microsoft.com/office/powerpoint/2010/main" val="402516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F2B2F1A-8B93-DE8D-A0DA-98B7C2CC81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29850" y="458164"/>
            <a:ext cx="1932299" cy="1122084"/>
          </a:xfrm>
          <a:prstGeom prst="rect">
            <a:avLst/>
          </a:prstGeom>
          <a:noFill/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4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98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ADC969DC-FE27-C8B3-D5A5-DA76711AE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886" y="206474"/>
            <a:ext cx="5076876" cy="1080296"/>
          </a:xfrm>
        </p:spPr>
        <p:txBody>
          <a:bodyPr wrap="square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03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F553B99-2AC9-DC02-9B6F-694B5D292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2" y="1533524"/>
            <a:ext cx="3881436" cy="37909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3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FA20C2D-AD9D-4149-BEF0-3905782D8B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2493"/>
            <a:ext cx="12192000" cy="687049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508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elcome Mess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FA20C2D-AD9D-4149-BEF0-3905782D8B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2493"/>
            <a:ext cx="12192000" cy="687049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246201C-0AB2-4864-9B5B-356A50CB1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9138" y="1049628"/>
            <a:ext cx="3870101" cy="475230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70D0D4DA-AE70-4CF8-80F2-1FEB9708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384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elcome Mess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2498C75-C0F3-900B-8928-C2885AB05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9175" y="1125538"/>
            <a:ext cx="5076825" cy="494041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32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ess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9407A4DB-9FA4-8F2C-D340-59AE231D9E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1932" y="2331747"/>
            <a:ext cx="5370893" cy="332274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CD981FAC-1346-823A-0712-C830393B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4930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4E1AB4A-53EA-A484-D01F-C1423CB8FA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17454" y="936222"/>
            <a:ext cx="3573887" cy="5337578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495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DD5F6B2-D6AD-5E5A-B91D-59EEC8F51C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9174" y="3328453"/>
            <a:ext cx="4413885" cy="29453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365EDB94-4A76-0C23-1559-048C397F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424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for the C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E227BF-C543-FA10-03B8-C62FC332B1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10100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45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O Mess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11874B-C9A9-4AF7-B7F2-66B55CE703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5222" y="1305753"/>
            <a:ext cx="1741555" cy="1741555"/>
          </a:xfrm>
          <a:custGeom>
            <a:avLst/>
            <a:gdLst>
              <a:gd name="connsiteX0" fmla="*/ 682375 w 1364750"/>
              <a:gd name="connsiteY0" fmla="*/ 0 h 1364750"/>
              <a:gd name="connsiteX1" fmla="*/ 1364750 w 1364750"/>
              <a:gd name="connsiteY1" fmla="*/ 682375 h 1364750"/>
              <a:gd name="connsiteX2" fmla="*/ 682375 w 1364750"/>
              <a:gd name="connsiteY2" fmla="*/ 1364750 h 1364750"/>
              <a:gd name="connsiteX3" fmla="*/ 0 w 1364750"/>
              <a:gd name="connsiteY3" fmla="*/ 682375 h 1364750"/>
              <a:gd name="connsiteX4" fmla="*/ 682375 w 1364750"/>
              <a:gd name="connsiteY4" fmla="*/ 0 h 136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4750" h="1364750">
                <a:moveTo>
                  <a:pt x="682375" y="0"/>
                </a:moveTo>
                <a:cubicBezTo>
                  <a:pt x="1059240" y="0"/>
                  <a:pt x="1364750" y="305510"/>
                  <a:pt x="1364750" y="682375"/>
                </a:cubicBezTo>
                <a:cubicBezTo>
                  <a:pt x="1364750" y="1059240"/>
                  <a:pt x="1059240" y="1364750"/>
                  <a:pt x="682375" y="1364750"/>
                </a:cubicBezTo>
                <a:cubicBezTo>
                  <a:pt x="305510" y="1364750"/>
                  <a:pt x="0" y="1059240"/>
                  <a:pt x="0" y="682375"/>
                </a:cubicBezTo>
                <a:cubicBezTo>
                  <a:pt x="0" y="305510"/>
                  <a:pt x="305510" y="0"/>
                  <a:pt x="6823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429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D87BFF96-783D-4815-AC98-24BBE626F1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14898" y="-12493"/>
            <a:ext cx="7277101" cy="687049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47917090-366A-76E9-7999-38EFD1C6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05822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51BF190C-8167-8441-41CB-CE9BD65FEE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1324" y="2725419"/>
            <a:ext cx="4019549" cy="354838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79E9D017-6B15-498D-3AE9-D9A7C0E0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0560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8C06E91-68B5-C33A-F5AC-DE80D7424F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00060" y="0"/>
            <a:ext cx="4091940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3F71D0D-1D0C-1911-8156-769E2945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03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959129A1-44C4-09BE-1CEB-890E758A7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5716" y="2420619"/>
            <a:ext cx="4844416" cy="255600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92BC476-920F-84ED-08D0-B013030B0B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45380" y="2420619"/>
            <a:ext cx="7246620" cy="255600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9B75B5DB-E0F6-660E-8C2D-8C5A5896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8899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4485D48-B9FB-4ECF-B2D2-170A5BAA92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43634" y="3027378"/>
            <a:ext cx="3086353" cy="29390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6B1A57E5-6EAB-BF9A-E432-210400EC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36679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AAB994F0-73E8-2A01-C976-3843D01524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26533" y="3876541"/>
            <a:ext cx="2007361" cy="239725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27E270C-60C4-B5F5-0CD4-1A35BC4862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3419"/>
            <a:ext cx="6096000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AB7D268E-4C4E-FD24-C62F-CECD1C8CE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97753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440867C7-14DD-4827-AC97-FC8CBE23D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6827" y="1125539"/>
            <a:ext cx="4075998" cy="5148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7E8D879E-1D99-02D2-4F8E-A4476BE9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5339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1FA3B190-1737-41A2-B234-95FCB40381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21405" y="3429000"/>
            <a:ext cx="2316480" cy="284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6013E0C5-0179-0E54-D283-29E9D2ED9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9965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objectiv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7E9CE89-2D08-E47C-682E-8A067E1CA2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174" y="1125538"/>
            <a:ext cx="4512943" cy="514826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700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objec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9F608D1-34E0-E588-09D8-3C4C22ACF8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15125" y="3699669"/>
            <a:ext cx="4038600" cy="2574131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7C3F53A-75D4-4B98-FE12-089554BEA1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15125" y="1125538"/>
            <a:ext cx="4038600" cy="257413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2BA85FC3-CA23-37CF-B626-7DBF4A3A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42412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vi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E667768-D2F8-F4D9-0C3C-DABE4CF466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174" y="2165194"/>
            <a:ext cx="4876799" cy="4108606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78C95EC9-DCEC-D749-06F3-2E5309F4D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2991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vi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7E9CE89-2D08-E47C-682E-8A067E1CA2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5215" y="1125538"/>
            <a:ext cx="2470785" cy="500094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EE4005E-51C5-6FB6-0722-0A072561DD4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9175" y="1125538"/>
            <a:ext cx="2470785" cy="50009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07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C011761-5AB3-5FBD-10A7-EB4E4F1A31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C3CF10D1-6270-60BA-9484-338E9E9C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76024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2124BE5-A9B2-93DE-6028-4B7840D5DE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19586" y="1320973"/>
            <a:ext cx="4952827" cy="4952827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934EFD59-167B-9504-F00C-795B1DF5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31514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92060C1-4310-525A-C0C0-1C9D2EB5E8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28459" y="0"/>
            <a:ext cx="5463541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84C0EBC6-A222-E015-9CCB-1308A2EF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635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024F345-372C-45CF-B808-4A5C8B6546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67575" y="1125539"/>
            <a:ext cx="3905250" cy="230346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5BB76125-0951-440B-FF82-D41DD135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45502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8E270DE-8563-E7FE-8799-2D717C4A25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9175" y="3569664"/>
            <a:ext cx="4371974" cy="2538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E5F53ABD-496B-B946-C7D9-8FB86069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51412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minial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899497A-2AF4-E96A-38A1-D9847D0A28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97978" y="1583798"/>
            <a:ext cx="4474845" cy="4690001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783E24C-EABA-E005-81EF-D4340491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3761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 mark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7E9CE89-2D08-E47C-682E-8A067E1CA2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333375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066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Valid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98B6D8FB-44A4-4DC7-A595-976EC6F47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38825" y="0"/>
            <a:ext cx="6353176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2601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3A37E0D-081F-8D7F-8E31-46AED32503A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43630" y="2239094"/>
            <a:ext cx="3595754" cy="3595754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A6929A2A-782E-5B77-EB61-74458D90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8766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575CEAF-64EC-4921-BE9D-8B16601BC6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9175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A36DF1E-4BF9-4F1A-9E04-224E43905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6308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FB14DC1-43DE-467F-BBAA-FAF5D32101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65866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9D3D239-C5AA-4DF1-BD02-038D57F230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46090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6C3D090-2802-1846-845C-A7DE120E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59924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FDA89A5-8BF5-3A27-862E-0E827D1DED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" y="2061089"/>
            <a:ext cx="3997325" cy="32404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D8BECF0-0A3B-B112-4400-1E261B34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05441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7E91B67-4CC3-BF97-45BA-3E6889F1A0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175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BA541D0B-7D6A-C8F9-C764-0763A472E9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8562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A326C72-DB6C-8709-9C22-7E2142DCF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17947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94A7F11-3982-A36B-6C1C-26A71CBC5EF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17334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FFF9374A-1957-D625-091C-343CB9B1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29823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A9C4521-2905-7B3A-0B60-9876CC1471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83250" y="978453"/>
            <a:ext cx="2159000" cy="1244048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E43ADE-596A-D15A-4018-F08B0C961B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83250" y="2351675"/>
            <a:ext cx="2159000" cy="1244048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3A78BB0-D088-2562-CEE8-3F913BE697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83250" y="5613952"/>
            <a:ext cx="2159000" cy="1244048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3AD24F0-0BB9-E91D-032C-B1946F10FC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08600" y="3724900"/>
            <a:ext cx="2908300" cy="17598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A4F6185A-7C3A-46CD-F77E-60BD5E52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2075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18F0427-F500-F271-3D28-D2E201F35D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86970" y="2781331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6FA13C6C-3911-7D98-FD0C-2BFC5EEA09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44026" y="2781331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762471-35B8-F336-1223-D0647DF969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35641" y="2781331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1BAE8528-34BA-47DB-5B8C-C1842491DE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27256" y="2781331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E069EAF8-6656-D719-A86F-36713C26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71793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B865CBF-AEA8-5BED-EA1B-1856F9341F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9174" y="1688618"/>
            <a:ext cx="3044825" cy="3937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C649B6F-D776-0614-7520-FE305E27E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8288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5D746BB-FBB2-F1F7-CA60-E494975290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64254" y="1909349"/>
            <a:ext cx="5494754" cy="3829929"/>
          </a:xfrm>
          <a:custGeom>
            <a:avLst/>
            <a:gdLst>
              <a:gd name="connsiteX0" fmla="*/ 4958712 w 5494754"/>
              <a:gd name="connsiteY0" fmla="*/ 0 h 3829929"/>
              <a:gd name="connsiteX1" fmla="*/ 5415131 w 5494754"/>
              <a:gd name="connsiteY1" fmla="*/ 248 h 3829929"/>
              <a:gd name="connsiteX2" fmla="*/ 5446636 w 5494754"/>
              <a:gd name="connsiteY2" fmla="*/ 3619 h 3829929"/>
              <a:gd name="connsiteX3" fmla="*/ 5494292 w 5494754"/>
              <a:gd name="connsiteY3" fmla="*/ 65962 h 3829929"/>
              <a:gd name="connsiteX4" fmla="*/ 5494488 w 5494754"/>
              <a:gd name="connsiteY4" fmla="*/ 89020 h 3829929"/>
              <a:gd name="connsiteX5" fmla="*/ 5494488 w 5494754"/>
              <a:gd name="connsiteY5" fmla="*/ 1577805 h 3829929"/>
              <a:gd name="connsiteX6" fmla="*/ 5494754 w 5494754"/>
              <a:gd name="connsiteY6" fmla="*/ 2786548 h 3829929"/>
              <a:gd name="connsiteX7" fmla="*/ 5494418 w 5494754"/>
              <a:gd name="connsiteY7" fmla="*/ 3747158 h 3829929"/>
              <a:gd name="connsiteX8" fmla="*/ 5492640 w 5494754"/>
              <a:gd name="connsiteY8" fmla="*/ 3775341 h 3829929"/>
              <a:gd name="connsiteX9" fmla="*/ 5421368 w 5494754"/>
              <a:gd name="connsiteY9" fmla="*/ 3829863 h 3829929"/>
              <a:gd name="connsiteX10" fmla="*/ 4904568 w 5494754"/>
              <a:gd name="connsiteY10" fmla="*/ 3829863 h 3829929"/>
              <a:gd name="connsiteX11" fmla="*/ 2746658 w 5494754"/>
              <a:gd name="connsiteY11" fmla="*/ 3829863 h 3829929"/>
              <a:gd name="connsiteX12" fmla="*/ 2746658 w 5494754"/>
              <a:gd name="connsiteY12" fmla="*/ 3829845 h 3829929"/>
              <a:gd name="connsiteX13" fmla="*/ 82769 w 5494754"/>
              <a:gd name="connsiteY13" fmla="*/ 3829845 h 3829929"/>
              <a:gd name="connsiteX14" fmla="*/ 54570 w 5494754"/>
              <a:gd name="connsiteY14" fmla="*/ 3828071 h 3829929"/>
              <a:gd name="connsiteX15" fmla="*/ 2541 w 5494754"/>
              <a:gd name="connsiteY15" fmla="*/ 3773479 h 3829929"/>
              <a:gd name="connsiteX16" fmla="*/ 427 w 5494754"/>
              <a:gd name="connsiteY16" fmla="*/ 3741766 h 3829929"/>
              <a:gd name="connsiteX17" fmla="*/ 427 w 5494754"/>
              <a:gd name="connsiteY17" fmla="*/ 2256527 h 3829929"/>
              <a:gd name="connsiteX18" fmla="*/ 0 w 5494754"/>
              <a:gd name="connsiteY18" fmla="*/ 1044255 h 3829929"/>
              <a:gd name="connsiteX19" fmla="*/ 533 w 5494754"/>
              <a:gd name="connsiteY19" fmla="*/ 85402 h 3829929"/>
              <a:gd name="connsiteX20" fmla="*/ 2737 w 5494754"/>
              <a:gd name="connsiteY20" fmla="*/ 55462 h 3829929"/>
              <a:gd name="connsiteX21" fmla="*/ 67807 w 5494754"/>
              <a:gd name="connsiteY21" fmla="*/ 231 h 3829929"/>
              <a:gd name="connsiteX22" fmla="*/ 85577 w 5494754"/>
              <a:gd name="connsiteY22" fmla="*/ 106 h 3829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94754" h="3829929">
                <a:moveTo>
                  <a:pt x="4958712" y="0"/>
                </a:moveTo>
                <a:cubicBezTo>
                  <a:pt x="5110851" y="0"/>
                  <a:pt x="5262991" y="84"/>
                  <a:pt x="5415131" y="248"/>
                </a:cubicBezTo>
                <a:cubicBezTo>
                  <a:pt x="5425668" y="248"/>
                  <a:pt x="5436720" y="567"/>
                  <a:pt x="5446636" y="3619"/>
                </a:cubicBezTo>
                <a:cubicBezTo>
                  <a:pt x="5473556" y="11901"/>
                  <a:pt x="5492694" y="37832"/>
                  <a:pt x="5494292" y="65962"/>
                </a:cubicBezTo>
                <a:cubicBezTo>
                  <a:pt x="5494737" y="73624"/>
                  <a:pt x="5494488" y="81322"/>
                  <a:pt x="5494488" y="89020"/>
                </a:cubicBezTo>
                <a:cubicBezTo>
                  <a:pt x="5494488" y="585264"/>
                  <a:pt x="5494488" y="1081525"/>
                  <a:pt x="5494488" y="1577805"/>
                </a:cubicBezTo>
                <a:cubicBezTo>
                  <a:pt x="5494488" y="1980708"/>
                  <a:pt x="5494578" y="2383622"/>
                  <a:pt x="5494754" y="2786548"/>
                </a:cubicBezTo>
                <a:cubicBezTo>
                  <a:pt x="5494754" y="3106745"/>
                  <a:pt x="5494648" y="3426960"/>
                  <a:pt x="5494418" y="3747158"/>
                </a:cubicBezTo>
                <a:cubicBezTo>
                  <a:pt x="5494418" y="3756576"/>
                  <a:pt x="5494612" y="3766259"/>
                  <a:pt x="5492640" y="3775341"/>
                </a:cubicBezTo>
                <a:cubicBezTo>
                  <a:pt x="5485124" y="3808756"/>
                  <a:pt x="5457244" y="3829845"/>
                  <a:pt x="5421368" y="3829863"/>
                </a:cubicBezTo>
                <a:cubicBezTo>
                  <a:pt x="5249096" y="3829934"/>
                  <a:pt x="5076840" y="3829934"/>
                  <a:pt x="4904568" y="3829863"/>
                </a:cubicBezTo>
                <a:lnTo>
                  <a:pt x="2746658" y="3829863"/>
                </a:lnTo>
                <a:lnTo>
                  <a:pt x="2746658" y="3829845"/>
                </a:lnTo>
                <a:cubicBezTo>
                  <a:pt x="1858695" y="3829845"/>
                  <a:pt x="970732" y="3829845"/>
                  <a:pt x="82769" y="3829845"/>
                </a:cubicBezTo>
                <a:cubicBezTo>
                  <a:pt x="73352" y="3829845"/>
                  <a:pt x="63472" y="3830519"/>
                  <a:pt x="54570" y="3828071"/>
                </a:cubicBezTo>
                <a:cubicBezTo>
                  <a:pt x="26530" y="3820462"/>
                  <a:pt x="8369" y="3802140"/>
                  <a:pt x="2541" y="3773479"/>
                </a:cubicBezTo>
                <a:cubicBezTo>
                  <a:pt x="409" y="3763191"/>
                  <a:pt x="444" y="3752354"/>
                  <a:pt x="427" y="3741766"/>
                </a:cubicBezTo>
                <a:cubicBezTo>
                  <a:pt x="338" y="3246686"/>
                  <a:pt x="338" y="2751613"/>
                  <a:pt x="427" y="2256527"/>
                </a:cubicBezTo>
                <a:cubicBezTo>
                  <a:pt x="355" y="1852442"/>
                  <a:pt x="213" y="1448351"/>
                  <a:pt x="0" y="1044255"/>
                </a:cubicBezTo>
                <a:cubicBezTo>
                  <a:pt x="0" y="724630"/>
                  <a:pt x="178" y="405014"/>
                  <a:pt x="533" y="85402"/>
                </a:cubicBezTo>
                <a:cubicBezTo>
                  <a:pt x="302" y="75375"/>
                  <a:pt x="1048" y="65349"/>
                  <a:pt x="2737" y="55462"/>
                </a:cubicBezTo>
                <a:cubicBezTo>
                  <a:pt x="8920" y="24189"/>
                  <a:pt x="35894" y="1300"/>
                  <a:pt x="67807" y="231"/>
                </a:cubicBezTo>
                <a:cubicBezTo>
                  <a:pt x="73707" y="-18"/>
                  <a:pt x="79641" y="106"/>
                  <a:pt x="85577" y="106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FBD38B43-94BF-105A-2FBE-7AA5F3D2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04306"/>
            <a:ext cx="9152697" cy="59073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82044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s t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7E9CE89-2D08-E47C-682E-8A067E1CA2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2877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8824" y="2514600"/>
            <a:ext cx="9152698" cy="2032351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00221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4" y="1110753"/>
            <a:ext cx="11676016" cy="2032351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12192000" cy="6403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500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8824" y="946702"/>
            <a:ext cx="9152697" cy="637097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spAutoFit/>
          </a:bodyPr>
          <a:lstStyle/>
          <a:p>
            <a:r>
              <a:rPr lang="en-US" dirty="0"/>
              <a:t>Your title here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028824" y="2514600"/>
            <a:ext cx="9152698" cy="251197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Write here subtitle</a:t>
            </a:r>
          </a:p>
          <a:p>
            <a:pPr lvl="1"/>
            <a:r>
              <a:rPr lang="en-US" dirty="0"/>
              <a:t>Write here subtitle</a:t>
            </a:r>
          </a:p>
          <a:p>
            <a:pPr lvl="1"/>
            <a:r>
              <a:rPr lang="en-US" dirty="0"/>
              <a:t>Write here subtitle</a:t>
            </a:r>
          </a:p>
          <a:p>
            <a:pPr lvl="2"/>
            <a:r>
              <a:rPr lang="en-US" dirty="0"/>
              <a:t>Write here text</a:t>
            </a:r>
          </a:p>
          <a:p>
            <a:pPr lvl="3"/>
            <a:r>
              <a:rPr lang="en-US" dirty="0"/>
              <a:t>Write here text</a:t>
            </a:r>
          </a:p>
          <a:p>
            <a:pPr lvl="4"/>
            <a:r>
              <a:rPr lang="en-US" dirty="0"/>
              <a:t>Write here text </a:t>
            </a:r>
          </a:p>
        </p:txBody>
      </p:sp>
      <p:sp>
        <p:nvSpPr>
          <p:cNvPr id="26" name="Slide Number Placeholder 24"/>
          <p:cNvSpPr txBox="1">
            <a:spLocks/>
          </p:cNvSpPr>
          <p:nvPr userDrawn="1"/>
        </p:nvSpPr>
        <p:spPr>
          <a:xfrm>
            <a:off x="11161674" y="6376228"/>
            <a:ext cx="10038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33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6C48702-E445-134E-B960-6F692773524F}" type="slidenum">
              <a:rPr lang="en-US" sz="1000" b="1" i="0" smtClean="0">
                <a:solidFill>
                  <a:schemeClr val="tx1"/>
                </a:solidFill>
                <a:latin typeface="Open Sans Semibold" charset="0"/>
                <a:ea typeface="Open Sans Semibold" charset="0"/>
                <a:cs typeface="Open Sans Semibold" charset="0"/>
              </a:rPr>
              <a:pPr algn="ctr"/>
              <a:t>‹#›</a:t>
            </a:fld>
            <a:endParaRPr lang="en-US" sz="800" b="1" i="0" dirty="0">
              <a:solidFill>
                <a:schemeClr val="tx1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382702-B48F-19A7-03CF-63692B19190C}"/>
              </a:ext>
            </a:extLst>
          </p:cNvPr>
          <p:cNvSpPr txBox="1"/>
          <p:nvPr userDrawn="1"/>
        </p:nvSpPr>
        <p:spPr>
          <a:xfrm>
            <a:off x="419603" y="6400800"/>
            <a:ext cx="1319592" cy="246221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000" b="1" i="0" dirty="0">
                <a:solidFill>
                  <a:schemeClr val="bg1"/>
                </a:solidFill>
                <a:latin typeface="Nunito Sans SemiBold" pitchFamily="2" charset="77"/>
                <a:ea typeface="Baskerville" panose="02020502070401020303" pitchFamily="18" charset="0"/>
              </a:rPr>
              <a:t>BRAND INSTITUTE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3261E9-84FA-65A3-B392-4321024D1CED}"/>
              </a:ext>
            </a:extLst>
          </p:cNvPr>
          <p:cNvCxnSpPr>
            <a:cxnSpLocks/>
          </p:cNvCxnSpPr>
          <p:nvPr userDrawn="1"/>
        </p:nvCxnSpPr>
        <p:spPr>
          <a:xfrm>
            <a:off x="2052320" y="6515100"/>
            <a:ext cx="30173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55D788-FA8E-ABC2-075D-9A1D74260669}"/>
              </a:ext>
            </a:extLst>
          </p:cNvPr>
          <p:cNvSpPr txBox="1"/>
          <p:nvPr userDrawn="1"/>
        </p:nvSpPr>
        <p:spPr>
          <a:xfrm>
            <a:off x="4908631" y="6400800"/>
            <a:ext cx="2374739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Proprietary &amp;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DBBFB0-2B81-B7A8-FD0F-9E29194529B3}"/>
              </a:ext>
            </a:extLst>
          </p:cNvPr>
          <p:cNvCxnSpPr>
            <a:cxnSpLocks/>
          </p:cNvCxnSpPr>
          <p:nvPr userDrawn="1"/>
        </p:nvCxnSpPr>
        <p:spPr>
          <a:xfrm>
            <a:off x="7118430" y="6515100"/>
            <a:ext cx="4088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201" r:id="rId2"/>
    <p:sldLayoutId id="2147484202" r:id="rId3"/>
    <p:sldLayoutId id="2147484033" r:id="rId4"/>
    <p:sldLayoutId id="2147484199" r:id="rId5"/>
    <p:sldLayoutId id="2147484193" r:id="rId6"/>
    <p:sldLayoutId id="2147484076" r:id="rId7"/>
    <p:sldLayoutId id="2147484128" r:id="rId8"/>
    <p:sldLayoutId id="2147484183" r:id="rId9"/>
    <p:sldLayoutId id="2147484123" r:id="rId10"/>
    <p:sldLayoutId id="2147484103" r:id="rId11"/>
    <p:sldLayoutId id="2147484145" r:id="rId12"/>
    <p:sldLayoutId id="2147484140" r:id="rId13"/>
    <p:sldLayoutId id="2147484146" r:id="rId14"/>
    <p:sldLayoutId id="2147484141" r:id="rId15"/>
    <p:sldLayoutId id="2147484147" r:id="rId16"/>
    <p:sldLayoutId id="2147484109" r:id="rId17"/>
    <p:sldLayoutId id="2147484106" r:id="rId18"/>
    <p:sldLayoutId id="2147484142" r:id="rId19"/>
    <p:sldLayoutId id="2147484143" r:id="rId20"/>
    <p:sldLayoutId id="2147484148" r:id="rId21"/>
    <p:sldLayoutId id="2147484100" r:id="rId22"/>
    <p:sldLayoutId id="2147484149" r:id="rId23"/>
    <p:sldLayoutId id="2147484107" r:id="rId24"/>
    <p:sldLayoutId id="2147484108" r:id="rId25"/>
    <p:sldLayoutId id="2147484155" r:id="rId26"/>
    <p:sldLayoutId id="2147484151" r:id="rId27"/>
    <p:sldLayoutId id="2147484150" r:id="rId28"/>
    <p:sldLayoutId id="2147484156" r:id="rId29"/>
    <p:sldLayoutId id="2147484152" r:id="rId30"/>
    <p:sldLayoutId id="2147484153" r:id="rId31"/>
    <p:sldLayoutId id="2147484157" r:id="rId32"/>
    <p:sldLayoutId id="2147484110" r:id="rId33"/>
    <p:sldLayoutId id="2147484158" r:id="rId34"/>
    <p:sldLayoutId id="2147484162" r:id="rId35"/>
    <p:sldLayoutId id="2147484176" r:id="rId36"/>
    <p:sldLayoutId id="2147484118" r:id="rId37"/>
    <p:sldLayoutId id="2147484166" r:id="rId38"/>
    <p:sldLayoutId id="2147484119" r:id="rId39"/>
    <p:sldLayoutId id="2147484167" r:id="rId40"/>
    <p:sldLayoutId id="2147484171" r:id="rId41"/>
    <p:sldLayoutId id="2147484174" r:id="rId42"/>
    <p:sldLayoutId id="2147484175" r:id="rId43"/>
    <p:sldLayoutId id="2147484178" r:id="rId44"/>
    <p:sldLayoutId id="2147484131" r:id="rId45"/>
    <p:sldLayoutId id="2147484192" r:id="rId46"/>
    <p:sldLayoutId id="2147484197" r:id="rId47"/>
    <p:sldLayoutId id="2147484200" r:id="rId48"/>
  </p:sldLayoutIdLst>
  <p:hf hdr="0" ftr="0" dt="0"/>
  <p:txStyles>
    <p:titleStyle>
      <a:lvl1pPr algn="l" defTabSz="914318" rtl="0" eaLnBrk="1" latinLnBrk="0" hangingPunct="1">
        <a:lnSpc>
          <a:spcPct val="80000"/>
        </a:lnSpc>
        <a:spcBef>
          <a:spcPct val="0"/>
        </a:spcBef>
        <a:buNone/>
        <a:defRPr sz="3600" b="1" i="0" kern="1200" spc="-100" baseline="0">
          <a:solidFill>
            <a:schemeClr val="tx1"/>
          </a:solidFill>
          <a:latin typeface="Montserrat" charset="0"/>
          <a:ea typeface="Montserrat" charset="0"/>
          <a:cs typeface="Montserrat" charset="0"/>
        </a:defRPr>
      </a:lvl1pPr>
    </p:titleStyle>
    <p:bodyStyle>
      <a:lvl1pPr marL="0" indent="0" algn="l" defTabSz="914318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000" kern="1200" baseline="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2160">
          <p15:clr>
            <a:srgbClr val="F26B43"/>
          </p15:clr>
        </p15:guide>
        <p15:guide id="14" orient="horz" pos="346">
          <p15:clr>
            <a:srgbClr val="F26B43"/>
          </p15:clr>
        </p15:guide>
        <p15:guide id="27" orient="horz" pos="3952">
          <p15:clr>
            <a:srgbClr val="F26B43"/>
          </p15:clr>
        </p15:guide>
        <p15:guide id="28" pos="642">
          <p15:clr>
            <a:srgbClr val="F26B43"/>
          </p15:clr>
        </p15:guide>
        <p15:guide id="29" pos="7038">
          <p15:clr>
            <a:srgbClr val="F26B43"/>
          </p15:clr>
        </p15:guide>
        <p15:guide id="44">
          <p15:clr>
            <a:srgbClr val="F26B43"/>
          </p15:clr>
        </p15:guide>
        <p15:guide id="45" pos="7680">
          <p15:clr>
            <a:srgbClr val="F26B43"/>
          </p15:clr>
        </p15:guide>
        <p15:guide id="46" orient="horz">
          <p15:clr>
            <a:srgbClr val="F26B43"/>
          </p15:clr>
        </p15:guide>
        <p15:guide id="47" orient="horz" pos="4320">
          <p15:clr>
            <a:srgbClr val="F26B43"/>
          </p15:clr>
        </p15:guide>
        <p15:guide id="51" orient="horz" pos="7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098AF0C-0364-152E-9699-5A3F9AF9F9F6}"/>
              </a:ext>
            </a:extLst>
          </p:cNvPr>
          <p:cNvSpPr txBox="1">
            <a:spLocks/>
          </p:cNvSpPr>
          <p:nvPr/>
        </p:nvSpPr>
        <p:spPr>
          <a:xfrm>
            <a:off x="398520" y="2993719"/>
            <a:ext cx="5554980" cy="538802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lvl1pPr algn="ctr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600" b="1" i="0" kern="1200" spc="-100" baseline="0">
                <a:solidFill>
                  <a:schemeClr val="tx1"/>
                </a:solidFill>
                <a:latin typeface="Montserrat Black" charset="0"/>
                <a:ea typeface="Montserrat Black" charset="0"/>
                <a:cs typeface="Montserrat Black" charset="0"/>
              </a:defRPr>
            </a:lvl1pPr>
          </a:lstStyle>
          <a:p>
            <a:pPr algn="l"/>
            <a:r>
              <a:rPr lang="en-US" sz="3600" dirty="0">
                <a:latin typeface="Montserrat" panose="00000500000000000000" pitchFamily="50" charset="0"/>
              </a:rPr>
              <a:t>PHARMACEUTICAL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A029D-F405-1B1E-8A4D-ADC03D72EF82}"/>
              </a:ext>
            </a:extLst>
          </p:cNvPr>
          <p:cNvSpPr txBox="1"/>
          <p:nvPr/>
        </p:nvSpPr>
        <p:spPr>
          <a:xfrm>
            <a:off x="524006" y="3496137"/>
            <a:ext cx="5554979" cy="329120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400" b="1" spc="300" dirty="0"/>
              <a:t>NOMENCLATURE WORKSHOP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19172-56BE-8A72-4A87-C2A6A16F6B42}"/>
              </a:ext>
            </a:extLst>
          </p:cNvPr>
          <p:cNvSpPr txBox="1"/>
          <p:nvPr/>
        </p:nvSpPr>
        <p:spPr>
          <a:xfrm>
            <a:off x="0" y="5735145"/>
            <a:ext cx="12191998" cy="279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Calibri" panose="020F0502020204030204" pitchFamily="34" charset="0"/>
              </a:rPr>
              <a:t>BASEL     BOSTON     CHICAGO     DALLAS     FRANKFURT     LONDON     LOS ANGELES     MIAMI     MONTRÉAL     MUMBAI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98876-1B5C-9BF9-3B9B-239B5C399B8B}"/>
              </a:ext>
            </a:extLst>
          </p:cNvPr>
          <p:cNvSpPr txBox="1"/>
          <p:nvPr/>
        </p:nvSpPr>
        <p:spPr>
          <a:xfrm>
            <a:off x="-1" y="6062169"/>
            <a:ext cx="12191999" cy="27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713232">
              <a:defRPr/>
            </a:pPr>
            <a:r>
              <a:rPr lang="en-US" sz="1200" dirty="0">
                <a:cs typeface="Calibri" panose="020F0502020204030204" pitchFamily="34" charset="0"/>
              </a:rPr>
              <a:t>NEW YORK     OTTAWA     RALEIGH/DURHAM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Calibri" panose="020F0502020204030204" pitchFamily="34" charset="0"/>
              </a:rPr>
              <a:t>ROCKVILLE     SAN FRANCISCO     SAN JUAN     SÃO PAULO     SEOUL     TOKYO     TORONTO</a:t>
            </a:r>
          </a:p>
        </p:txBody>
      </p:sp>
      <p:pic>
        <p:nvPicPr>
          <p:cNvPr id="13" name="Picture Placeholder 12" descr="A close-up of a hand holding a pill&#10;&#10;Description automatically generated">
            <a:extLst>
              <a:ext uri="{FF2B5EF4-FFF2-40B4-BE49-F238E27FC236}">
                <a16:creationId xmlns:a16="http://schemas.microsoft.com/office/drawing/2014/main" id="{29E5A971-100E-4113-4FB1-743268B72F4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210" b="-4103"/>
          <a:stretch/>
        </p:blipFill>
        <p:spPr>
          <a:xfrm>
            <a:off x="6456499" y="1421449"/>
            <a:ext cx="4068863" cy="4370150"/>
          </a:xfrm>
        </p:spPr>
      </p:pic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1D0DBFAF-D29A-7ED0-CC0B-F7B4F9BAFB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1417" y="575906"/>
            <a:ext cx="1958431" cy="12017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3F4BE6-F591-168E-07F1-CE2BF7C76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7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6C4DF-D2BD-F160-CDC8-8B38B8E83E51}"/>
              </a:ext>
            </a:extLst>
          </p:cNvPr>
          <p:cNvSpPr txBox="1"/>
          <p:nvPr/>
        </p:nvSpPr>
        <p:spPr>
          <a:xfrm>
            <a:off x="540044" y="4564432"/>
            <a:ext cx="5195458" cy="872922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spc="200" dirty="0"/>
              <a:t>MARCH, 2025</a:t>
            </a:r>
          </a:p>
          <a:p>
            <a:pPr>
              <a:spcBef>
                <a:spcPts val="600"/>
              </a:spcBef>
            </a:pPr>
            <a:r>
              <a:rPr lang="en-US" sz="1400" b="1" spc="200" dirty="0"/>
              <a:t>BSR TEST</a:t>
            </a:r>
          </a:p>
          <a:p>
            <a:pPr>
              <a:spcBef>
                <a:spcPts val="600"/>
              </a:spcBef>
            </a:pPr>
            <a:r>
              <a:rPr lang="en-US" sz="1400" b="1" spc="200" dirty="0"/>
              <a:t>MIAMI, FL</a:t>
            </a:r>
          </a:p>
        </p:txBody>
      </p:sp>
      <p:pic>
        <p:nvPicPr>
          <p:cNvPr id="2" name="Picture 1" descr="A blue and black sign with white text&#10;&#10;Description automatically generated">
            <a:extLst>
              <a:ext uri="{FF2B5EF4-FFF2-40B4-BE49-F238E27FC236}">
                <a16:creationId xmlns:a16="http://schemas.microsoft.com/office/drawing/2014/main" id="{26133932-BD5F-E194-E200-9A1051A2A3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80" y="571606"/>
            <a:ext cx="1656486" cy="11755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BE7CEE-D57F-FA54-8238-F2315D6178F5}"/>
              </a:ext>
            </a:extLst>
          </p:cNvPr>
          <p:cNvSpPr txBox="1"/>
          <p:nvPr/>
        </p:nvSpPr>
        <p:spPr>
          <a:xfrm>
            <a:off x="3046071" y="6390600"/>
            <a:ext cx="6099858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597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accel="49333" decel="50667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6 -7.40741E-7 L -0.06797 0.00093 " pathEditMode="relative" rAng="0" ptsTypes="AA">
                                      <p:cBhvr>
                                        <p:cTn id="10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8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E636-4512-B04E-03B7-37E131F6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Candidate </a:t>
            </a:r>
            <a:r>
              <a:rPr lang="en-US" dirty="0">
                <a:solidFill>
                  <a:schemeClr val="tx2"/>
                </a:solidFill>
              </a:rPr>
              <a:t>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D8E40-6267-7F50-58FA-ED8BD6DB8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974" y="1163255"/>
            <a:ext cx="10935481" cy="5254195"/>
          </a:xfrm>
        </p:spPr>
        <p:txBody>
          <a:bodyPr/>
          <a:lstStyle/>
          <a:p>
            <a:pPr marL="1588" lvl="0" indent="-1588" algn="just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The following names have been pre-screened for registered identical trademarks in the XXX, XXX, XXX, and InterNIC registries.</a:t>
            </a:r>
          </a:p>
          <a:p>
            <a:pPr marL="1588" lvl="0" indent="-1588" algn="just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 algn="just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</a:rPr>
              <a:t>The name candidates in this document have been screened for prior registrations for identical marks in identical services and products included in classes 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XXX and XXX</a:t>
            </a:r>
            <a:r>
              <a:rPr lang="en-US" dirty="0">
                <a:solidFill>
                  <a:srgbClr val="000000"/>
                </a:solidFill>
              </a:rPr>
              <a:t>. Names with identified similarities require additional searching to confirm use but have been deemed on-brief. Further investigation is required for all candidates chosen to move forward.</a:t>
            </a: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algn="just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 algn="just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u="sng" dirty="0">
                <a:solidFill>
                  <a:srgbClr val="000000"/>
                </a:solidFill>
                <a:cs typeface="Times New Roman" pitchFamily="18" charset="0"/>
              </a:rPr>
              <a:t>Please Note:</a:t>
            </a:r>
          </a:p>
          <a:p>
            <a:pPr marL="1588" lvl="0" indent="-1588" algn="just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 algn="just">
              <a:lnSpc>
                <a:spcPct val="100000"/>
              </a:lnSpc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(P) Denotes possible promotional elements (further investigation required)</a:t>
            </a:r>
          </a:p>
          <a:p>
            <a:pPr marL="1588" lvl="0" indent="-1588" algn="just">
              <a:lnSpc>
                <a:spcPct val="100000"/>
              </a:lnSpc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(T) Denotes identical trademark registration</a:t>
            </a:r>
          </a:p>
          <a:p>
            <a:pPr marL="1588" lvl="0" indent="-1588" algn="just">
              <a:lnSpc>
                <a:spcPct val="100000"/>
              </a:lnSpc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(U/I) Denotes USAN/INN stem</a:t>
            </a:r>
          </a:p>
          <a:p>
            <a:pPr marL="1588" lvl="0" indent="-1588" algn="just">
              <a:lnSpc>
                <a:spcPct val="100000"/>
              </a:lnSpc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(C) Denotes .com registration</a:t>
            </a:r>
          </a:p>
          <a:p>
            <a:pPr marL="1588" lvl="0" indent="-1588" algn="just">
              <a:lnSpc>
                <a:spcPct val="100000"/>
              </a:lnSpc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(CB) Denotes ‘built-out’ .com website*</a:t>
            </a:r>
          </a:p>
          <a:p>
            <a:pPr marL="1588" lvl="0" indent="-1588" algn="just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 algn="just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sz="1100" dirty="0">
                <a:solidFill>
                  <a:srgbClr val="000000"/>
                </a:solidFill>
              </a:rPr>
              <a:t>*The term "built-out" means that an actual website exists at this address and is not merely registered. Registered domain names are typically more obtainable than "built-out" websites.</a:t>
            </a:r>
            <a:endParaRPr lang="en-US" sz="1100" dirty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26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52A1FD-0720-CC98-0A7B-8EAF09697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Time to Review and Create!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9D2182C-3940-EF7F-83EA-2846120DCB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5893" y="1574221"/>
            <a:ext cx="7613149" cy="3977114"/>
          </a:xfrm>
        </p:spPr>
        <p:txBody>
          <a:bodyPr/>
          <a:lstStyle/>
          <a:p>
            <a:r>
              <a:rPr lang="en-US" b="1" dirty="0"/>
              <a:t>Retain “Neutral and Positive” Names</a:t>
            </a:r>
          </a:p>
          <a:p>
            <a:r>
              <a:rPr lang="en-US" dirty="0"/>
              <a:t>Read the name, consider the rationale, and keep names that are on target</a:t>
            </a:r>
          </a:p>
          <a:p>
            <a:r>
              <a:rPr lang="en-US" dirty="0"/>
              <a:t>Targeting </a:t>
            </a:r>
            <a:r>
              <a:rPr lang="en-US" b="1" dirty="0"/>
              <a:t>at least 50 names retained </a:t>
            </a:r>
            <a:r>
              <a:rPr lang="en-US" dirty="0"/>
              <a:t>for trademarks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914400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Eliminate</a:t>
            </a:r>
            <a:r>
              <a:rPr lang="en-US" sz="1600" dirty="0">
                <a:solidFill>
                  <a:srgbClr val="000000"/>
                </a:solidFill>
                <a:cs typeface="Arial" panose="020B0604020202020204" pitchFamily="34" charset="0"/>
              </a:rPr>
              <a:t> “</a:t>
            </a:r>
            <a:r>
              <a:rPr 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Negative” Names</a:t>
            </a:r>
            <a:endParaRPr lang="en-US" sz="16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914400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cs typeface="Arial" panose="020B0604020202020204" pitchFamily="34" charset="0"/>
              </a:rPr>
              <a:t>Identify and eliminate names, roots and concepts that are off target or inappropriate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en-US" sz="16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New </a:t>
            </a:r>
            <a:r>
              <a:rPr lang="en-US" altLang="en-US" b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16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ames</a:t>
            </a:r>
            <a:br>
              <a:rPr lang="en-US" alt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new names and recrafts based on preferred names, roots and concepts</a:t>
            </a:r>
            <a:endParaRPr lang="en-US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A8DB28F-D0D0-86D0-E56E-ADF68307B983}"/>
              </a:ext>
            </a:extLst>
          </p:cNvPr>
          <p:cNvSpPr txBox="1">
            <a:spLocks/>
          </p:cNvSpPr>
          <p:nvPr/>
        </p:nvSpPr>
        <p:spPr>
          <a:xfrm>
            <a:off x="1203743" y="1574220"/>
            <a:ext cx="2313397" cy="366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318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318" rtl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Clr>
                <a:schemeClr val="tx2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Clr>
                <a:schemeClr val="tx2"/>
              </a:buClr>
              <a:buFont typeface="Wingdings" pitchFamily="2" charset="2"/>
              <a:buNone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Clr>
                <a:schemeClr val="tx2"/>
              </a:buClr>
              <a:buFont typeface="Wingdings" pitchFamily="2" charset="2"/>
              <a:buNone/>
              <a:defRPr sz="180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794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54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Step 1</a:t>
            </a: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Step 2</a:t>
            </a: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r" defTabSz="91431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Step 3</a:t>
            </a:r>
          </a:p>
        </p:txBody>
      </p:sp>
      <p:pic>
        <p:nvPicPr>
          <p:cNvPr id="3" name="Picture 2" descr="A red and white target with a arrow in the center&#10;&#10;Description automatically generated">
            <a:extLst>
              <a:ext uri="{FF2B5EF4-FFF2-40B4-BE49-F238E27FC236}">
                <a16:creationId xmlns:a16="http://schemas.microsoft.com/office/drawing/2014/main" id="{61EAA356-8D4B-6225-6F43-A9FAEC1F4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65" y="1087602"/>
            <a:ext cx="1452006" cy="1457402"/>
          </a:xfrm>
          <a:prstGeom prst="rect">
            <a:avLst/>
          </a:prstGeom>
        </p:spPr>
      </p:pic>
      <p:pic>
        <p:nvPicPr>
          <p:cNvPr id="7" name="Picture 6" descr="A red and white target with a arrow in the center&#10;&#10;Description automatically generated">
            <a:extLst>
              <a:ext uri="{FF2B5EF4-FFF2-40B4-BE49-F238E27FC236}">
                <a16:creationId xmlns:a16="http://schemas.microsoft.com/office/drawing/2014/main" id="{BFB50086-85C6-0C36-E9C8-6616334DB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92" y="2773343"/>
            <a:ext cx="1533953" cy="1539654"/>
          </a:xfrm>
          <a:prstGeom prst="rect">
            <a:avLst/>
          </a:prstGeom>
        </p:spPr>
      </p:pic>
      <p:pic>
        <p:nvPicPr>
          <p:cNvPr id="9" name="Picture 8" descr="Arrows in a target&#10;&#10;Description automatically generated">
            <a:extLst>
              <a:ext uri="{FF2B5EF4-FFF2-40B4-BE49-F238E27FC236}">
                <a16:creationId xmlns:a16="http://schemas.microsoft.com/office/drawing/2014/main" id="{273D9119-6040-DC64-01BB-9AC3637737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2" y="4567106"/>
            <a:ext cx="1448513" cy="145389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46AA94-3F2A-1E78-8065-31E69E922A7F}"/>
              </a:ext>
            </a:extLst>
          </p:cNvPr>
          <p:cNvCxnSpPr/>
          <p:nvPr/>
        </p:nvCxnSpPr>
        <p:spPr>
          <a:xfrm>
            <a:off x="2270589" y="2773343"/>
            <a:ext cx="88563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5F1638-F925-CE38-6E7E-AB0C95336F0F}"/>
              </a:ext>
            </a:extLst>
          </p:cNvPr>
          <p:cNvCxnSpPr/>
          <p:nvPr/>
        </p:nvCxnSpPr>
        <p:spPr>
          <a:xfrm>
            <a:off x="2270589" y="4564714"/>
            <a:ext cx="88563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490642"/>
      </p:ext>
    </p:extLst>
  </p:cSld>
  <p:clrMapOvr>
    <a:masterClrMapping/>
  </p:clrMapOvr>
</p:sld>
</file>

<file path=ppt/theme/theme1.xml><?xml version="1.0" encoding="utf-8"?>
<a:theme xmlns:a="http://schemas.openxmlformats.org/drawingml/2006/main" name="Voodoo Powerpoint Template">
  <a:themeElements>
    <a:clrScheme name="Custom 5">
      <a:dk1>
        <a:srgbClr val="000000"/>
      </a:dk1>
      <a:lt1>
        <a:srgbClr val="FFFFFF"/>
      </a:lt1>
      <a:dk2>
        <a:srgbClr val="17406D"/>
      </a:dk2>
      <a:lt2>
        <a:srgbClr val="36ACFF"/>
      </a:lt2>
      <a:accent1>
        <a:srgbClr val="1D3C7C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ontserrat_OpenSans">
      <a:majorFont>
        <a:latin typeface="Montserrat-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effectLst/>
      </a:spPr>
      <a:bodyPr vert="horz" lIns="0" tIns="192024" rIns="0" bIns="0" rtlCol="0" anchor="t" anchorCtr="0">
        <a:noAutofit/>
      </a:bodyPr>
      <a:lstStyle>
        <a:defPPr algn="l">
          <a:defRPr sz="4400" dirty="0">
            <a:latin typeface="Mathilde" panose="03050500000000020004" pitchFamily="66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&amp;D-Powerpoint Template_16x9" id="{D6003E70-2833-4847-828A-A182BBF6C8FF}" vid="{85D7DE89-D8E2-D743-952C-ED1FA0F18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7cd32a7-2902-45b4-9caa-5bd74db4b3dd}" enabled="1" method="Standard" siteId="{f010ce16-e13d-4c24-87af-3a1eb4d11de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108889</TotalTime>
  <Words>285</Words>
  <Application>Microsoft Office PowerPoint</Application>
  <PresentationFormat>Widescreen</PresentationFormat>
  <Paragraphs>47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Calibri</vt:lpstr>
      <vt:lpstr>Calisto MT</vt:lpstr>
      <vt:lpstr>Courier New</vt:lpstr>
      <vt:lpstr>Montserrat</vt:lpstr>
      <vt:lpstr>Nunito Sans SemiBold</vt:lpstr>
      <vt:lpstr>Open Sans</vt:lpstr>
      <vt:lpstr>Open Sans Semibold</vt:lpstr>
      <vt:lpstr>Times New Roman</vt:lpstr>
      <vt:lpstr>Wingdings</vt:lpstr>
      <vt:lpstr>Voodoo Powerpoint Template</vt:lpstr>
      <vt:lpstr>PowerPoint Presentation</vt:lpstr>
      <vt:lpstr>Name Candidate Evaluation</vt:lpstr>
      <vt:lpstr>It’s Time to Review and Create!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Powerpoint</dc:title>
  <dc:subject/>
  <dc:creator>Mahdi</dc:creator>
  <cp:keywords/>
  <dc:description/>
  <cp:lastModifiedBy>Alexa Lash, MA</cp:lastModifiedBy>
  <cp:revision>1188</cp:revision>
  <dcterms:created xsi:type="dcterms:W3CDTF">2017-07-25T02:03:18Z</dcterms:created>
  <dcterms:modified xsi:type="dcterms:W3CDTF">2025-03-12T17:14:23Z</dcterms:modified>
  <cp:category/>
</cp:coreProperties>
</file>