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21"/>
  </p:notesMasterIdLst>
  <p:handoutMasterIdLst>
    <p:handoutMasterId r:id="rId22"/>
  </p:handoutMasterIdLst>
  <p:sldIdLst>
    <p:sldId id="885" r:id="rId5"/>
    <p:sldId id="13897" r:id="rId6"/>
    <p:sldId id="5897" r:id="rId7"/>
    <p:sldId id="13954" r:id="rId8"/>
    <p:sldId id="13955" r:id="rId9"/>
    <p:sldId id="13937" r:id="rId10"/>
    <p:sldId id="13957" r:id="rId11"/>
    <p:sldId id="13939" r:id="rId12"/>
    <p:sldId id="13940" r:id="rId13"/>
    <p:sldId id="13941" r:id="rId14"/>
    <p:sldId id="13958" r:id="rId15"/>
    <p:sldId id="13949" r:id="rId16"/>
    <p:sldId id="13953" r:id="rId17"/>
    <p:sldId id="13959" r:id="rId18"/>
    <p:sldId id="13944" r:id="rId19"/>
    <p:sldId id="13933" r:id="rId20"/>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hdi" initials="M" lastIdx="1" clrIdx="0">
    <p:extLst>
      <p:ext uri="{19B8F6BF-5375-455C-9EA6-DF929625EA0E}">
        <p15:presenceInfo xmlns:p15="http://schemas.microsoft.com/office/powerpoint/2012/main" userId="Mahd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2B317E"/>
    <a:srgbClr val="D36A32"/>
    <a:srgbClr val="00B050"/>
    <a:srgbClr val="000000"/>
    <a:srgbClr val="062E83"/>
    <a:srgbClr val="00C1F7"/>
    <a:srgbClr val="E29A35"/>
    <a:srgbClr val="521B93"/>
    <a:srgbClr val="B53A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BFADAF-261D-4B16-AE0A-1F80B5F7646A}" v="2" dt="2025-06-09T15:41:14.169"/>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7" d="100"/>
          <a:sy n="67" d="100"/>
        </p:scale>
        <p:origin x="96" y="98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018781-FBF9-354C-A025-C49C596164BA}" type="datetimeFigureOut">
              <a:rPr lang="en-US" smtClean="0"/>
              <a:t>6/23/2025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F4EF74-8826-BD43-B880-7A8566D08AFF}" type="slidenum">
              <a:rPr lang="en-US" smtClean="0"/>
              <a:t>‹#›</a:t>
            </a:fld>
            <a:endParaRPr lang="en-US"/>
          </a:p>
        </p:txBody>
      </p:sp>
    </p:spTree>
    <p:extLst>
      <p:ext uri="{BB962C8B-B14F-4D97-AF65-F5344CB8AC3E}">
        <p14:creationId xmlns:p14="http://schemas.microsoft.com/office/powerpoint/2010/main" val="2462407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8FFD40-13C9-7B48-A0BE-E251E1E33FE5}" type="datetimeFigureOut">
              <a:rPr lang="en-US" smtClean="0"/>
              <a:t>6/23/2025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E2375-F1B1-284C-A827-B0E603FDBDD8}" type="slidenum">
              <a:rPr lang="en-US" smtClean="0"/>
              <a:t>‹#›</a:t>
            </a:fld>
            <a:endParaRPr lang="en-US"/>
          </a:p>
        </p:txBody>
      </p:sp>
    </p:spTree>
    <p:extLst>
      <p:ext uri="{BB962C8B-B14F-4D97-AF65-F5344CB8AC3E}">
        <p14:creationId xmlns:p14="http://schemas.microsoft.com/office/powerpoint/2010/main" val="938444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8E2375-F1B1-284C-A827-B0E603FDBDD8}" type="slidenum">
              <a:rPr lang="en-US" smtClean="0"/>
              <a:t>2</a:t>
            </a:fld>
            <a:endParaRPr lang="en-US"/>
          </a:p>
        </p:txBody>
      </p:sp>
    </p:spTree>
    <p:extLst>
      <p:ext uri="{BB962C8B-B14F-4D97-AF65-F5344CB8AC3E}">
        <p14:creationId xmlns:p14="http://schemas.microsoft.com/office/powerpoint/2010/main" val="2747075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Page 1">
    <p:spTree>
      <p:nvGrpSpPr>
        <p:cNvPr id="1" name=""/>
        <p:cNvGrpSpPr/>
        <p:nvPr/>
      </p:nvGrpSpPr>
      <p:grpSpPr>
        <a:xfrm>
          <a:off x="0" y="0"/>
          <a:ext cx="0" cy="0"/>
          <a:chOff x="0" y="0"/>
          <a:chExt cx="0" cy="0"/>
        </a:xfrm>
      </p:grpSpPr>
      <p:sp>
        <p:nvSpPr>
          <p:cNvPr id="6" name="Title 5"/>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B1794909-55CF-05FB-8324-895F343FF823}"/>
              </a:ext>
            </a:extLst>
          </p:cNvPr>
          <p:cNvSpPr>
            <a:spLocks noGrp="1"/>
          </p:cNvSpPr>
          <p:nvPr>
            <p:ph type="body" sz="quarter" idx="10"/>
          </p:nvPr>
        </p:nvSpPr>
        <p:spPr>
          <a:xfrm>
            <a:off x="561975" y="1163255"/>
            <a:ext cx="11347450" cy="1550361"/>
          </a:xfrm>
        </p:spPr>
        <p:txBody>
          <a:bodyPr/>
          <a:lstStyle>
            <a:lvl1pPr>
              <a:lnSpc>
                <a:spcPct val="125000"/>
              </a:lnSpc>
              <a:spcBef>
                <a:spcPts val="0"/>
              </a:spcBef>
              <a:spcAft>
                <a:spcPts val="0"/>
              </a:spcAft>
              <a:defRPr sz="1600"/>
            </a:lvl1pPr>
            <a:lvl2pPr marL="285750" indent="-285750">
              <a:lnSpc>
                <a:spcPct val="125000"/>
              </a:lnSpc>
              <a:spcBef>
                <a:spcPts val="0"/>
              </a:spcBef>
              <a:spcAft>
                <a:spcPts val="0"/>
              </a:spcAft>
              <a:buClr>
                <a:schemeClr val="tx2"/>
              </a:buClr>
              <a:buFont typeface="Wingdings" pitchFamily="2" charset="2"/>
              <a:buChar char="§"/>
              <a:defRPr sz="1600"/>
            </a:lvl2pPr>
            <a:lvl3pPr marL="581025" indent="-285750">
              <a:lnSpc>
                <a:spcPct val="125000"/>
              </a:lnSpc>
              <a:spcBef>
                <a:spcPts val="0"/>
              </a:spcBef>
              <a:buClr>
                <a:schemeClr val="tx2"/>
              </a:buClr>
              <a:buFont typeface="Courier New" panose="02070309020205020404" pitchFamily="49" charset="0"/>
              <a:buChar char="o"/>
              <a:tabLst/>
              <a:defRPr sz="1600"/>
            </a:lvl3pPr>
            <a:lvl4pPr marL="865188" indent="-284163">
              <a:lnSpc>
                <a:spcPct val="125000"/>
              </a:lnSpc>
              <a:spcBef>
                <a:spcPts val="0"/>
              </a:spcBef>
              <a:buClr>
                <a:schemeClr val="tx2"/>
              </a:buClr>
              <a:buFont typeface="Wingdings" pitchFamily="2" charset="2"/>
              <a:buChar char="§"/>
              <a:tabLst/>
              <a:defRPr sz="1600">
                <a:solidFill>
                  <a:srgbClr val="000000">
                    <a:alpha val="70000"/>
                  </a:srgbClr>
                </a:solidFill>
              </a:defRPr>
            </a:lvl4pPr>
            <a:lvl5pPr marL="1150938" indent="-285750">
              <a:lnSpc>
                <a:spcPct val="125000"/>
              </a:lnSpc>
              <a:spcBef>
                <a:spcPts val="0"/>
              </a:spcBef>
              <a:buClr>
                <a:schemeClr val="tx2"/>
              </a:buClr>
              <a:buFont typeface="Courier New" panose="02070309020205020404" pitchFamily="49" charset="0"/>
              <a:buChar char="o"/>
              <a:tabLst/>
              <a:defRPr sz="1600">
                <a:solidFill>
                  <a:srgbClr val="000000">
                    <a:alpha val="50000"/>
                  </a:srgbClr>
                </a:solidFill>
              </a:defRPr>
            </a:lvl5pPr>
            <a:lvl6pPr marL="2285794" indent="0">
              <a:buNone/>
              <a:defRPr/>
            </a:lvl6pPr>
            <a:lvl7pPr marL="2742954" indent="0">
              <a:buNone/>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8105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Main Page 1">
    <p:spTree>
      <p:nvGrpSpPr>
        <p:cNvPr id="1" name=""/>
        <p:cNvGrpSpPr/>
        <p:nvPr/>
      </p:nvGrpSpPr>
      <p:grpSpPr>
        <a:xfrm>
          <a:off x="0" y="0"/>
          <a:ext cx="0" cy="0"/>
          <a:chOff x="0" y="0"/>
          <a:chExt cx="0" cy="0"/>
        </a:xfrm>
      </p:grpSpPr>
      <p:pic>
        <p:nvPicPr>
          <p:cNvPr id="2" name="Picture 1" descr="A black and white pattern&#10;&#10;Description automatically generated">
            <a:extLst>
              <a:ext uri="{FF2B5EF4-FFF2-40B4-BE49-F238E27FC236}">
                <a16:creationId xmlns:a16="http://schemas.microsoft.com/office/drawing/2014/main" id="{CD53DEE4-2A05-367D-9D85-9052CEE8A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5"/>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B1794909-55CF-05FB-8324-895F343FF823}"/>
              </a:ext>
            </a:extLst>
          </p:cNvPr>
          <p:cNvSpPr>
            <a:spLocks noGrp="1"/>
          </p:cNvSpPr>
          <p:nvPr>
            <p:ph type="body" sz="quarter" idx="10"/>
          </p:nvPr>
        </p:nvSpPr>
        <p:spPr>
          <a:xfrm>
            <a:off x="561975" y="1163255"/>
            <a:ext cx="11347450" cy="1550361"/>
          </a:xfrm>
        </p:spPr>
        <p:txBody>
          <a:bodyPr/>
          <a:lstStyle>
            <a:lvl1pPr>
              <a:lnSpc>
                <a:spcPct val="125000"/>
              </a:lnSpc>
              <a:spcBef>
                <a:spcPts val="0"/>
              </a:spcBef>
              <a:spcAft>
                <a:spcPts val="0"/>
              </a:spcAft>
              <a:defRPr sz="1600"/>
            </a:lvl1pPr>
            <a:lvl2pPr marL="285750" indent="-285750">
              <a:lnSpc>
                <a:spcPct val="125000"/>
              </a:lnSpc>
              <a:spcBef>
                <a:spcPts val="0"/>
              </a:spcBef>
              <a:spcAft>
                <a:spcPts val="0"/>
              </a:spcAft>
              <a:buClr>
                <a:schemeClr val="tx2"/>
              </a:buClr>
              <a:buFont typeface="Wingdings" pitchFamily="2" charset="2"/>
              <a:buChar char="§"/>
              <a:defRPr sz="1600"/>
            </a:lvl2pPr>
            <a:lvl3pPr marL="581025" indent="-285750">
              <a:lnSpc>
                <a:spcPct val="125000"/>
              </a:lnSpc>
              <a:spcBef>
                <a:spcPts val="0"/>
              </a:spcBef>
              <a:buClr>
                <a:schemeClr val="tx2"/>
              </a:buClr>
              <a:buFont typeface="Courier New" panose="02070309020205020404" pitchFamily="49" charset="0"/>
              <a:buChar char="o"/>
              <a:tabLst/>
              <a:defRPr sz="1600"/>
            </a:lvl3pPr>
            <a:lvl4pPr marL="865188" indent="-284163">
              <a:lnSpc>
                <a:spcPct val="125000"/>
              </a:lnSpc>
              <a:spcBef>
                <a:spcPts val="0"/>
              </a:spcBef>
              <a:buClr>
                <a:schemeClr val="tx2"/>
              </a:buClr>
              <a:buFont typeface="Wingdings" pitchFamily="2" charset="2"/>
              <a:buChar char="§"/>
              <a:tabLst/>
              <a:defRPr sz="1600">
                <a:solidFill>
                  <a:srgbClr val="000000">
                    <a:alpha val="70000"/>
                  </a:srgbClr>
                </a:solidFill>
              </a:defRPr>
            </a:lvl4pPr>
            <a:lvl5pPr marL="1150938" indent="-285750">
              <a:lnSpc>
                <a:spcPct val="125000"/>
              </a:lnSpc>
              <a:spcBef>
                <a:spcPts val="0"/>
              </a:spcBef>
              <a:buClr>
                <a:schemeClr val="tx2"/>
              </a:buClr>
              <a:buFont typeface="Courier New" panose="02070309020205020404" pitchFamily="49" charset="0"/>
              <a:buChar char="o"/>
              <a:tabLst/>
              <a:defRPr sz="1600">
                <a:solidFill>
                  <a:srgbClr val="000000">
                    <a:alpha val="50000"/>
                  </a:srgbClr>
                </a:solidFill>
              </a:defRPr>
            </a:lvl5pPr>
            <a:lvl6pPr marL="2285794" indent="0">
              <a:buNone/>
              <a:defRPr/>
            </a:lvl6pPr>
            <a:lvl7pPr marL="2742954" indent="0">
              <a:buNone/>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4">
            <a:extLst>
              <a:ext uri="{FF2B5EF4-FFF2-40B4-BE49-F238E27FC236}">
                <a16:creationId xmlns:a16="http://schemas.microsoft.com/office/drawing/2014/main" id="{46503078-9B1C-2542-8F57-02CA00FB5258}"/>
              </a:ext>
            </a:extLst>
          </p:cNvPr>
          <p:cNvSpPr txBox="1">
            <a:spLocks/>
          </p:cNvSpPr>
          <p:nvPr userDrawn="1"/>
        </p:nvSpPr>
        <p:spPr>
          <a:xfrm>
            <a:off x="11161674" y="6376228"/>
            <a:ext cx="1003852" cy="365125"/>
          </a:xfrm>
          <a:prstGeom prst="rect">
            <a:avLst/>
          </a:prstGeom>
        </p:spPr>
        <p:txBody>
          <a:bodyPr vert="horz" lIns="91440" tIns="45720" rIns="91440" bIns="45720"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1000" b="1" i="0" smtClean="0">
                <a:solidFill>
                  <a:schemeClr val="tx1"/>
                </a:solidFill>
                <a:latin typeface="Open Sans Semibold" charset="0"/>
                <a:ea typeface="Open Sans Semibold" charset="0"/>
                <a:cs typeface="Open Sans Semibold" charset="0"/>
              </a:rPr>
              <a:pPr algn="ctr"/>
              <a:t>‹#›</a:t>
            </a:fld>
            <a:endParaRPr lang="en-US" sz="800" b="1" i="0">
              <a:solidFill>
                <a:schemeClr val="tx1"/>
              </a:solidFill>
              <a:latin typeface="Open Sans Semibold" charset="0"/>
              <a:ea typeface="Open Sans Semibold" charset="0"/>
              <a:cs typeface="Open Sans Semibold" charset="0"/>
            </a:endParaRPr>
          </a:p>
        </p:txBody>
      </p:sp>
      <p:sp>
        <p:nvSpPr>
          <p:cNvPr id="5" name="TextBox 4">
            <a:extLst>
              <a:ext uri="{FF2B5EF4-FFF2-40B4-BE49-F238E27FC236}">
                <a16:creationId xmlns:a16="http://schemas.microsoft.com/office/drawing/2014/main" id="{EA3A2C83-AD7C-9D74-8B6D-6A60079F136A}"/>
              </a:ext>
            </a:extLst>
          </p:cNvPr>
          <p:cNvSpPr txBox="1"/>
          <p:nvPr userDrawn="1"/>
        </p:nvSpPr>
        <p:spPr>
          <a:xfrm>
            <a:off x="419603" y="6400800"/>
            <a:ext cx="1406154" cy="246221"/>
          </a:xfrm>
          <a:prstGeom prst="rect">
            <a:avLst/>
          </a:prstGeom>
          <a:solidFill>
            <a:schemeClr val="accent1"/>
          </a:solidFill>
        </p:spPr>
        <p:txBody>
          <a:bodyPr wrap="none" rtlCol="0">
            <a:spAutoFit/>
          </a:bodyPr>
          <a:lstStyle/>
          <a:p>
            <a:r>
              <a:rPr lang="en-US" sz="1000">
                <a:solidFill>
                  <a:schemeClr val="bg1"/>
                </a:solidFill>
                <a:latin typeface="Calisto MT" panose="02040603050505030304" pitchFamily="18" charset="77"/>
                <a:ea typeface="Baskerville" panose="02020502070401020303" pitchFamily="18" charset="0"/>
              </a:rPr>
              <a:t>BRAND INSTITUTE</a:t>
            </a:r>
          </a:p>
        </p:txBody>
      </p:sp>
      <p:cxnSp>
        <p:nvCxnSpPr>
          <p:cNvPr id="7" name="Straight Connector 6">
            <a:extLst>
              <a:ext uri="{FF2B5EF4-FFF2-40B4-BE49-F238E27FC236}">
                <a16:creationId xmlns:a16="http://schemas.microsoft.com/office/drawing/2014/main" id="{E94E7B74-BCF7-DFD0-8C18-09D09381C83E}"/>
              </a:ext>
            </a:extLst>
          </p:cNvPr>
          <p:cNvCxnSpPr>
            <a:cxnSpLocks/>
          </p:cNvCxnSpPr>
          <p:nvPr userDrawn="1"/>
        </p:nvCxnSpPr>
        <p:spPr>
          <a:xfrm>
            <a:off x="2052320" y="6515100"/>
            <a:ext cx="915416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747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4_Main Page 1">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EA60B5C7-C52F-BBAB-967A-E28C40DF0662}"/>
              </a:ext>
            </a:extLst>
          </p:cNvPr>
          <p:cNvSpPr/>
          <p:nvPr userDrawn="1"/>
        </p:nvSpPr>
        <p:spPr>
          <a:xfrm>
            <a:off x="561975" y="1052186"/>
            <a:ext cx="11124809" cy="4960307"/>
          </a:xfrm>
          <a:prstGeom prst="roundRect">
            <a:avLst>
              <a:gd name="adj" fmla="val 35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B1794909-55CF-05FB-8324-895F343FF823}"/>
              </a:ext>
            </a:extLst>
          </p:cNvPr>
          <p:cNvSpPr>
            <a:spLocks noGrp="1"/>
          </p:cNvSpPr>
          <p:nvPr>
            <p:ph type="body" sz="quarter" idx="10"/>
          </p:nvPr>
        </p:nvSpPr>
        <p:spPr>
          <a:xfrm>
            <a:off x="561975" y="1163255"/>
            <a:ext cx="11347450" cy="1550361"/>
          </a:xfrm>
        </p:spPr>
        <p:txBody>
          <a:bodyPr/>
          <a:lstStyle>
            <a:lvl1pPr>
              <a:lnSpc>
                <a:spcPct val="125000"/>
              </a:lnSpc>
              <a:spcBef>
                <a:spcPts val="0"/>
              </a:spcBef>
              <a:spcAft>
                <a:spcPts val="0"/>
              </a:spcAft>
              <a:defRPr sz="1600"/>
            </a:lvl1pPr>
            <a:lvl2pPr marL="285750" indent="-285750">
              <a:lnSpc>
                <a:spcPct val="125000"/>
              </a:lnSpc>
              <a:spcBef>
                <a:spcPts val="0"/>
              </a:spcBef>
              <a:spcAft>
                <a:spcPts val="0"/>
              </a:spcAft>
              <a:buClr>
                <a:schemeClr val="tx2"/>
              </a:buClr>
              <a:buFont typeface="Wingdings" pitchFamily="2" charset="2"/>
              <a:buChar char="§"/>
              <a:defRPr sz="1600"/>
            </a:lvl2pPr>
            <a:lvl3pPr marL="581025" indent="-285750">
              <a:lnSpc>
                <a:spcPct val="125000"/>
              </a:lnSpc>
              <a:spcBef>
                <a:spcPts val="0"/>
              </a:spcBef>
              <a:buClr>
                <a:schemeClr val="tx2"/>
              </a:buClr>
              <a:buFont typeface="Courier New" panose="02070309020205020404" pitchFamily="49" charset="0"/>
              <a:buChar char="o"/>
              <a:tabLst/>
              <a:defRPr sz="1600"/>
            </a:lvl3pPr>
            <a:lvl4pPr marL="865188" indent="-284163">
              <a:lnSpc>
                <a:spcPct val="125000"/>
              </a:lnSpc>
              <a:spcBef>
                <a:spcPts val="0"/>
              </a:spcBef>
              <a:buClr>
                <a:schemeClr val="tx2"/>
              </a:buClr>
              <a:buFont typeface="Wingdings" pitchFamily="2" charset="2"/>
              <a:buChar char="§"/>
              <a:tabLst/>
              <a:defRPr sz="1600">
                <a:solidFill>
                  <a:srgbClr val="000000">
                    <a:alpha val="70000"/>
                  </a:srgbClr>
                </a:solidFill>
              </a:defRPr>
            </a:lvl4pPr>
            <a:lvl5pPr marL="1150938" indent="-285750">
              <a:lnSpc>
                <a:spcPct val="125000"/>
              </a:lnSpc>
              <a:spcBef>
                <a:spcPts val="0"/>
              </a:spcBef>
              <a:buClr>
                <a:schemeClr val="tx2"/>
              </a:buClr>
              <a:buFont typeface="Courier New" panose="02070309020205020404" pitchFamily="49" charset="0"/>
              <a:buChar char="o"/>
              <a:tabLst/>
              <a:defRPr sz="1600">
                <a:solidFill>
                  <a:srgbClr val="000000">
                    <a:alpha val="50000"/>
                  </a:srgbClr>
                </a:solidFill>
              </a:defRPr>
            </a:lvl5pPr>
            <a:lvl6pPr marL="2285794" indent="0">
              <a:buNone/>
              <a:defRPr/>
            </a:lvl6pPr>
            <a:lvl7pPr marL="2742954" indent="0">
              <a:buNone/>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4">
            <a:extLst>
              <a:ext uri="{FF2B5EF4-FFF2-40B4-BE49-F238E27FC236}">
                <a16:creationId xmlns:a16="http://schemas.microsoft.com/office/drawing/2014/main" id="{EFE594DB-AB3C-EEF6-DD98-9E97A94515F4}"/>
              </a:ext>
            </a:extLst>
          </p:cNvPr>
          <p:cNvSpPr txBox="1">
            <a:spLocks/>
          </p:cNvSpPr>
          <p:nvPr userDrawn="1"/>
        </p:nvSpPr>
        <p:spPr>
          <a:xfrm>
            <a:off x="11161674" y="6376228"/>
            <a:ext cx="1003852" cy="365125"/>
          </a:xfrm>
          <a:prstGeom prst="rect">
            <a:avLst/>
          </a:prstGeom>
        </p:spPr>
        <p:txBody>
          <a:bodyPr vert="horz" lIns="91440" tIns="45720" rIns="91440" bIns="45720"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1000" b="1" i="0" smtClean="0">
                <a:solidFill>
                  <a:schemeClr val="tx1"/>
                </a:solidFill>
                <a:latin typeface="Open Sans Semibold" charset="0"/>
                <a:ea typeface="Open Sans Semibold" charset="0"/>
                <a:cs typeface="Open Sans Semibold" charset="0"/>
              </a:rPr>
              <a:pPr algn="ctr"/>
              <a:t>‹#›</a:t>
            </a:fld>
            <a:endParaRPr lang="en-US" sz="800" b="1" i="0">
              <a:solidFill>
                <a:schemeClr val="tx1"/>
              </a:solidFill>
              <a:latin typeface="Open Sans Semibold" charset="0"/>
              <a:ea typeface="Open Sans Semibold" charset="0"/>
              <a:cs typeface="Open Sans Semibold" charset="0"/>
            </a:endParaRPr>
          </a:p>
        </p:txBody>
      </p:sp>
      <p:sp>
        <p:nvSpPr>
          <p:cNvPr id="5" name="TextBox 4">
            <a:extLst>
              <a:ext uri="{FF2B5EF4-FFF2-40B4-BE49-F238E27FC236}">
                <a16:creationId xmlns:a16="http://schemas.microsoft.com/office/drawing/2014/main" id="{7CF42AC0-2A74-2197-80B3-9EE9D49BE4A3}"/>
              </a:ext>
            </a:extLst>
          </p:cNvPr>
          <p:cNvSpPr txBox="1"/>
          <p:nvPr userDrawn="1"/>
        </p:nvSpPr>
        <p:spPr>
          <a:xfrm>
            <a:off x="419603" y="6400800"/>
            <a:ext cx="1319592" cy="246221"/>
          </a:xfrm>
          <a:prstGeom prst="rect">
            <a:avLst/>
          </a:prstGeom>
          <a:solidFill>
            <a:schemeClr val="accent1"/>
          </a:solidFill>
        </p:spPr>
        <p:txBody>
          <a:bodyPr wrap="none" rtlCol="0">
            <a:spAutoFit/>
          </a:bodyPr>
          <a:lstStyle/>
          <a:p>
            <a:r>
              <a:rPr lang="en-US" sz="1000" b="1" i="0">
                <a:solidFill>
                  <a:schemeClr val="bg1"/>
                </a:solidFill>
                <a:latin typeface="Nunito Sans SemiBold" pitchFamily="2" charset="77"/>
                <a:ea typeface="Baskerville" panose="02020502070401020303" pitchFamily="18" charset="0"/>
              </a:rPr>
              <a:t>BRAND INSTITUTE</a:t>
            </a:r>
          </a:p>
        </p:txBody>
      </p:sp>
      <p:cxnSp>
        <p:nvCxnSpPr>
          <p:cNvPr id="7" name="Straight Connector 6">
            <a:extLst>
              <a:ext uri="{FF2B5EF4-FFF2-40B4-BE49-F238E27FC236}">
                <a16:creationId xmlns:a16="http://schemas.microsoft.com/office/drawing/2014/main" id="{DFB28BC5-C9CF-51CC-36D5-99F68540DCDE}"/>
              </a:ext>
            </a:extLst>
          </p:cNvPr>
          <p:cNvCxnSpPr>
            <a:cxnSpLocks/>
          </p:cNvCxnSpPr>
          <p:nvPr userDrawn="1"/>
        </p:nvCxnSpPr>
        <p:spPr>
          <a:xfrm>
            <a:off x="2052320" y="6515100"/>
            <a:ext cx="30173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1190BAA-EE95-FB92-C64C-EE505459311C}"/>
              </a:ext>
            </a:extLst>
          </p:cNvPr>
          <p:cNvSpPr txBox="1"/>
          <p:nvPr userDrawn="1"/>
        </p:nvSpPr>
        <p:spPr>
          <a:xfrm>
            <a:off x="4908631" y="6400800"/>
            <a:ext cx="2374739" cy="276999"/>
          </a:xfrm>
          <a:prstGeom prst="rect">
            <a:avLst/>
          </a:prstGeom>
          <a:noFill/>
          <a:effectLst/>
        </p:spPr>
        <p:txBody>
          <a:bodyPr wrap="square">
            <a:spAutoFit/>
          </a:bodyPr>
          <a:lstStyle/>
          <a:p>
            <a:pPr algn="ctr"/>
            <a:r>
              <a:rPr lang="en-US" sz="1200">
                <a:solidFill>
                  <a:schemeClr val="bg1">
                    <a:lumMod val="65000"/>
                  </a:schemeClr>
                </a:solidFill>
              </a:rPr>
              <a:t>Proprietary &amp; Confidential</a:t>
            </a:r>
          </a:p>
        </p:txBody>
      </p:sp>
      <p:cxnSp>
        <p:nvCxnSpPr>
          <p:cNvPr id="9" name="Straight Connector 8">
            <a:extLst>
              <a:ext uri="{FF2B5EF4-FFF2-40B4-BE49-F238E27FC236}">
                <a16:creationId xmlns:a16="http://schemas.microsoft.com/office/drawing/2014/main" id="{8E0F6FD7-CF0D-546F-8E26-5FFE1E5FAC57}"/>
              </a:ext>
            </a:extLst>
          </p:cNvPr>
          <p:cNvCxnSpPr>
            <a:cxnSpLocks/>
          </p:cNvCxnSpPr>
          <p:nvPr userDrawn="1"/>
        </p:nvCxnSpPr>
        <p:spPr>
          <a:xfrm>
            <a:off x="7118430" y="6515100"/>
            <a:ext cx="40880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080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Page 2">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Main Page 1">
    <p:spTree>
      <p:nvGrpSpPr>
        <p:cNvPr id="1" name=""/>
        <p:cNvGrpSpPr/>
        <p:nvPr/>
      </p:nvGrpSpPr>
      <p:grpSpPr>
        <a:xfrm>
          <a:off x="0" y="0"/>
          <a:ext cx="0" cy="0"/>
          <a:chOff x="0" y="0"/>
          <a:chExt cx="0" cy="0"/>
        </a:xfrm>
      </p:grpSpPr>
      <p:sp>
        <p:nvSpPr>
          <p:cNvPr id="6" name="Title 5"/>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
        <p:nvSpPr>
          <p:cNvPr id="2" name="Rounded Rectangle 1">
            <a:extLst>
              <a:ext uri="{FF2B5EF4-FFF2-40B4-BE49-F238E27FC236}">
                <a16:creationId xmlns:a16="http://schemas.microsoft.com/office/drawing/2014/main" id="{18AE4E23-B332-D874-8BF0-BC8833CDCB5E}"/>
              </a:ext>
            </a:extLst>
          </p:cNvPr>
          <p:cNvSpPr/>
          <p:nvPr userDrawn="1"/>
        </p:nvSpPr>
        <p:spPr>
          <a:xfrm>
            <a:off x="521499" y="1315530"/>
            <a:ext cx="2286001" cy="209005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a:extLst>
              <a:ext uri="{FF2B5EF4-FFF2-40B4-BE49-F238E27FC236}">
                <a16:creationId xmlns:a16="http://schemas.microsoft.com/office/drawing/2014/main" id="{927E4851-4850-EDD5-8612-7BFBC7F0DE4B}"/>
              </a:ext>
            </a:extLst>
          </p:cNvPr>
          <p:cNvSpPr/>
          <p:nvPr userDrawn="1"/>
        </p:nvSpPr>
        <p:spPr>
          <a:xfrm rot="10800000">
            <a:off x="385269" y="2700881"/>
            <a:ext cx="2558460" cy="826428"/>
          </a:xfrm>
          <a:prstGeom prst="round2SameRect">
            <a:avLst>
              <a:gd name="adj1" fmla="val 313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60AAFBEE-EE49-29A3-6FAE-66856A02F7A5}"/>
              </a:ext>
            </a:extLst>
          </p:cNvPr>
          <p:cNvSpPr/>
          <p:nvPr userDrawn="1"/>
        </p:nvSpPr>
        <p:spPr>
          <a:xfrm>
            <a:off x="1532976" y="2563094"/>
            <a:ext cx="263047" cy="13778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AD32363-DAFA-CC5A-C313-CB32BBA02E60}"/>
              </a:ext>
            </a:extLst>
          </p:cNvPr>
          <p:cNvSpPr/>
          <p:nvPr userDrawn="1"/>
        </p:nvSpPr>
        <p:spPr>
          <a:xfrm>
            <a:off x="3438425" y="1315531"/>
            <a:ext cx="2286000" cy="209005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8441327E-15CB-0DFF-F8E2-083042B50BB9}"/>
              </a:ext>
            </a:extLst>
          </p:cNvPr>
          <p:cNvSpPr/>
          <p:nvPr userDrawn="1"/>
        </p:nvSpPr>
        <p:spPr>
          <a:xfrm rot="10800000">
            <a:off x="3302196" y="2700882"/>
            <a:ext cx="2558459" cy="826428"/>
          </a:xfrm>
          <a:prstGeom prst="round2SameRect">
            <a:avLst>
              <a:gd name="adj1" fmla="val 313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274A8AB8-B69C-005D-E97E-7FB951BA4E60}"/>
              </a:ext>
            </a:extLst>
          </p:cNvPr>
          <p:cNvSpPr/>
          <p:nvPr userDrawn="1"/>
        </p:nvSpPr>
        <p:spPr>
          <a:xfrm>
            <a:off x="4449902" y="2563095"/>
            <a:ext cx="263047" cy="13778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6EBA1327-19A6-ADA6-9FF1-107D7A967749}"/>
              </a:ext>
            </a:extLst>
          </p:cNvPr>
          <p:cNvSpPr/>
          <p:nvPr userDrawn="1"/>
        </p:nvSpPr>
        <p:spPr>
          <a:xfrm>
            <a:off x="6354804" y="1315530"/>
            <a:ext cx="2286001" cy="209005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 Same Side Corner Rectangle 14">
            <a:extLst>
              <a:ext uri="{FF2B5EF4-FFF2-40B4-BE49-F238E27FC236}">
                <a16:creationId xmlns:a16="http://schemas.microsoft.com/office/drawing/2014/main" id="{8C375747-1146-ED1C-ADE2-C8586945C347}"/>
              </a:ext>
            </a:extLst>
          </p:cNvPr>
          <p:cNvSpPr/>
          <p:nvPr userDrawn="1"/>
        </p:nvSpPr>
        <p:spPr>
          <a:xfrm rot="10800000">
            <a:off x="6218574" y="2700881"/>
            <a:ext cx="2558460" cy="826428"/>
          </a:xfrm>
          <a:prstGeom prst="round2SameRect">
            <a:avLst>
              <a:gd name="adj1" fmla="val 313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E5C9FA90-61A9-11B1-D646-148FA85A45C1}"/>
              </a:ext>
            </a:extLst>
          </p:cNvPr>
          <p:cNvSpPr/>
          <p:nvPr userDrawn="1"/>
        </p:nvSpPr>
        <p:spPr>
          <a:xfrm>
            <a:off x="7366281" y="2563094"/>
            <a:ext cx="263047" cy="13778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B24042FE-0D17-9D55-B802-19243C36781E}"/>
              </a:ext>
            </a:extLst>
          </p:cNvPr>
          <p:cNvSpPr/>
          <p:nvPr userDrawn="1"/>
        </p:nvSpPr>
        <p:spPr>
          <a:xfrm>
            <a:off x="9286256" y="1315530"/>
            <a:ext cx="2286001" cy="209005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C66EA44-5D57-1EAC-82CD-6606E6EE2E92}"/>
              </a:ext>
            </a:extLst>
          </p:cNvPr>
          <p:cNvSpPr/>
          <p:nvPr userDrawn="1"/>
        </p:nvSpPr>
        <p:spPr>
          <a:xfrm rot="10800000">
            <a:off x="9150026" y="2700881"/>
            <a:ext cx="2558460" cy="826428"/>
          </a:xfrm>
          <a:prstGeom prst="round2SameRect">
            <a:avLst>
              <a:gd name="adj1" fmla="val 313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FBE6FADA-2EC7-C13E-8BA5-655961FAA9AF}"/>
              </a:ext>
            </a:extLst>
          </p:cNvPr>
          <p:cNvSpPr/>
          <p:nvPr userDrawn="1"/>
        </p:nvSpPr>
        <p:spPr>
          <a:xfrm>
            <a:off x="10297733" y="2563094"/>
            <a:ext cx="263047" cy="13778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A722F367-32F4-83CB-0EBE-EA9A760FF4A5}"/>
              </a:ext>
            </a:extLst>
          </p:cNvPr>
          <p:cNvSpPr/>
          <p:nvPr userDrawn="1"/>
        </p:nvSpPr>
        <p:spPr>
          <a:xfrm>
            <a:off x="521499" y="3818913"/>
            <a:ext cx="2286001" cy="209005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 Same Side Corner Rectangle 24">
            <a:extLst>
              <a:ext uri="{FF2B5EF4-FFF2-40B4-BE49-F238E27FC236}">
                <a16:creationId xmlns:a16="http://schemas.microsoft.com/office/drawing/2014/main" id="{19029061-735E-2F32-540D-24B0EA9CF884}"/>
              </a:ext>
            </a:extLst>
          </p:cNvPr>
          <p:cNvSpPr/>
          <p:nvPr userDrawn="1"/>
        </p:nvSpPr>
        <p:spPr>
          <a:xfrm rot="10800000">
            <a:off x="385269" y="5173784"/>
            <a:ext cx="2558460" cy="856908"/>
          </a:xfrm>
          <a:prstGeom prst="round2SameRect">
            <a:avLst>
              <a:gd name="adj1" fmla="val 313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riangle 25">
            <a:extLst>
              <a:ext uri="{FF2B5EF4-FFF2-40B4-BE49-F238E27FC236}">
                <a16:creationId xmlns:a16="http://schemas.microsoft.com/office/drawing/2014/main" id="{253B917F-D119-6BD8-C604-09A8C59CEC06}"/>
              </a:ext>
            </a:extLst>
          </p:cNvPr>
          <p:cNvSpPr/>
          <p:nvPr userDrawn="1"/>
        </p:nvSpPr>
        <p:spPr>
          <a:xfrm>
            <a:off x="1532976" y="5035997"/>
            <a:ext cx="263047" cy="13778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14F1A98F-479A-B99B-C5C6-7A9E7C317E44}"/>
              </a:ext>
            </a:extLst>
          </p:cNvPr>
          <p:cNvSpPr/>
          <p:nvPr userDrawn="1"/>
        </p:nvSpPr>
        <p:spPr>
          <a:xfrm>
            <a:off x="3438425" y="3818914"/>
            <a:ext cx="2286000" cy="209005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 Same Side Corner Rectangle 29">
            <a:extLst>
              <a:ext uri="{FF2B5EF4-FFF2-40B4-BE49-F238E27FC236}">
                <a16:creationId xmlns:a16="http://schemas.microsoft.com/office/drawing/2014/main" id="{3BB1D6E3-5D94-DF61-51D2-706B7C685AC4}"/>
              </a:ext>
            </a:extLst>
          </p:cNvPr>
          <p:cNvSpPr/>
          <p:nvPr userDrawn="1"/>
        </p:nvSpPr>
        <p:spPr>
          <a:xfrm rot="10800000">
            <a:off x="3302196" y="5173785"/>
            <a:ext cx="2558459" cy="856908"/>
          </a:xfrm>
          <a:prstGeom prst="round2SameRect">
            <a:avLst>
              <a:gd name="adj1" fmla="val 313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riangle 30">
            <a:extLst>
              <a:ext uri="{FF2B5EF4-FFF2-40B4-BE49-F238E27FC236}">
                <a16:creationId xmlns:a16="http://schemas.microsoft.com/office/drawing/2014/main" id="{FA0BD979-1AD5-9C3B-1775-6B6FDD757270}"/>
              </a:ext>
            </a:extLst>
          </p:cNvPr>
          <p:cNvSpPr/>
          <p:nvPr userDrawn="1"/>
        </p:nvSpPr>
        <p:spPr>
          <a:xfrm>
            <a:off x="4449902" y="5035998"/>
            <a:ext cx="263047" cy="13778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79BAA8B3-B01C-C7C3-BD98-F5FCA5085929}"/>
              </a:ext>
            </a:extLst>
          </p:cNvPr>
          <p:cNvSpPr/>
          <p:nvPr userDrawn="1"/>
        </p:nvSpPr>
        <p:spPr>
          <a:xfrm>
            <a:off x="6354804" y="3818913"/>
            <a:ext cx="2286001" cy="209005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96C1D0E1-D442-5513-C8BF-D118C5492A42}"/>
              </a:ext>
            </a:extLst>
          </p:cNvPr>
          <p:cNvSpPr/>
          <p:nvPr userDrawn="1"/>
        </p:nvSpPr>
        <p:spPr>
          <a:xfrm rot="10800000">
            <a:off x="6218574" y="5173784"/>
            <a:ext cx="2558460" cy="856908"/>
          </a:xfrm>
          <a:prstGeom prst="round2SameRect">
            <a:avLst>
              <a:gd name="adj1" fmla="val 313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D356CE3D-DA25-3B4A-E90D-335335E5BEDF}"/>
              </a:ext>
            </a:extLst>
          </p:cNvPr>
          <p:cNvSpPr/>
          <p:nvPr userDrawn="1"/>
        </p:nvSpPr>
        <p:spPr>
          <a:xfrm>
            <a:off x="7366281" y="5035997"/>
            <a:ext cx="263047" cy="13778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F377595A-03E5-E398-7547-C4E16D4CDBCD}"/>
              </a:ext>
            </a:extLst>
          </p:cNvPr>
          <p:cNvSpPr/>
          <p:nvPr userDrawn="1"/>
        </p:nvSpPr>
        <p:spPr>
          <a:xfrm>
            <a:off x="9286256" y="3818913"/>
            <a:ext cx="2286001" cy="209005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 Same Side Corner Rectangle 39">
            <a:extLst>
              <a:ext uri="{FF2B5EF4-FFF2-40B4-BE49-F238E27FC236}">
                <a16:creationId xmlns:a16="http://schemas.microsoft.com/office/drawing/2014/main" id="{A44754B5-8801-4838-F0B0-DF74DC866349}"/>
              </a:ext>
            </a:extLst>
          </p:cNvPr>
          <p:cNvSpPr/>
          <p:nvPr userDrawn="1"/>
        </p:nvSpPr>
        <p:spPr>
          <a:xfrm rot="10800000">
            <a:off x="9150026" y="5173784"/>
            <a:ext cx="2558460" cy="856908"/>
          </a:xfrm>
          <a:prstGeom prst="round2SameRect">
            <a:avLst>
              <a:gd name="adj1" fmla="val 313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riangle 40">
            <a:extLst>
              <a:ext uri="{FF2B5EF4-FFF2-40B4-BE49-F238E27FC236}">
                <a16:creationId xmlns:a16="http://schemas.microsoft.com/office/drawing/2014/main" id="{7EFF67A6-BB36-FF35-8465-27709ED83514}"/>
              </a:ext>
            </a:extLst>
          </p:cNvPr>
          <p:cNvSpPr/>
          <p:nvPr userDrawn="1"/>
        </p:nvSpPr>
        <p:spPr>
          <a:xfrm>
            <a:off x="10297733" y="5035997"/>
            <a:ext cx="263047" cy="13778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icture Placeholder 44">
            <a:extLst>
              <a:ext uri="{FF2B5EF4-FFF2-40B4-BE49-F238E27FC236}">
                <a16:creationId xmlns:a16="http://schemas.microsoft.com/office/drawing/2014/main" id="{43EB720A-6CEE-914A-510B-BF07882781BB}"/>
              </a:ext>
            </a:extLst>
          </p:cNvPr>
          <p:cNvSpPr>
            <a:spLocks noGrp="1"/>
          </p:cNvSpPr>
          <p:nvPr>
            <p:ph type="pic" sz="quarter" idx="10"/>
          </p:nvPr>
        </p:nvSpPr>
        <p:spPr>
          <a:xfrm>
            <a:off x="685805" y="1618547"/>
            <a:ext cx="1957388" cy="710556"/>
          </a:xfrm>
        </p:spPr>
        <p:txBody>
          <a:bodyPr/>
          <a:lstStyle>
            <a:lvl1pPr algn="ctr">
              <a:defRPr sz="1600"/>
            </a:lvl1pPr>
          </a:lstStyle>
          <a:p>
            <a:endParaRPr lang="en-US"/>
          </a:p>
        </p:txBody>
      </p:sp>
      <p:sp>
        <p:nvSpPr>
          <p:cNvPr id="46" name="Picture Placeholder 44">
            <a:extLst>
              <a:ext uri="{FF2B5EF4-FFF2-40B4-BE49-F238E27FC236}">
                <a16:creationId xmlns:a16="http://schemas.microsoft.com/office/drawing/2014/main" id="{C30A95E0-37AC-3FDA-CD21-C2CA450DA96D}"/>
              </a:ext>
            </a:extLst>
          </p:cNvPr>
          <p:cNvSpPr>
            <a:spLocks noGrp="1"/>
          </p:cNvSpPr>
          <p:nvPr>
            <p:ph type="pic" sz="quarter" idx="11"/>
          </p:nvPr>
        </p:nvSpPr>
        <p:spPr>
          <a:xfrm>
            <a:off x="3602731" y="1618547"/>
            <a:ext cx="1957388" cy="710556"/>
          </a:xfrm>
        </p:spPr>
        <p:txBody>
          <a:bodyPr/>
          <a:lstStyle>
            <a:lvl1pPr algn="ctr">
              <a:defRPr sz="1600"/>
            </a:lvl1pPr>
          </a:lstStyle>
          <a:p>
            <a:endParaRPr lang="en-US"/>
          </a:p>
        </p:txBody>
      </p:sp>
      <p:sp>
        <p:nvSpPr>
          <p:cNvPr id="47" name="Picture Placeholder 44">
            <a:extLst>
              <a:ext uri="{FF2B5EF4-FFF2-40B4-BE49-F238E27FC236}">
                <a16:creationId xmlns:a16="http://schemas.microsoft.com/office/drawing/2014/main" id="{F45D1E3C-C5A0-A2EF-B433-A6A70D58CB8F}"/>
              </a:ext>
            </a:extLst>
          </p:cNvPr>
          <p:cNvSpPr>
            <a:spLocks noGrp="1"/>
          </p:cNvSpPr>
          <p:nvPr>
            <p:ph type="pic" sz="quarter" idx="12"/>
          </p:nvPr>
        </p:nvSpPr>
        <p:spPr>
          <a:xfrm>
            <a:off x="6519110" y="1618547"/>
            <a:ext cx="1957388" cy="710556"/>
          </a:xfrm>
        </p:spPr>
        <p:txBody>
          <a:bodyPr/>
          <a:lstStyle>
            <a:lvl1pPr algn="ctr">
              <a:defRPr sz="1600"/>
            </a:lvl1pPr>
          </a:lstStyle>
          <a:p>
            <a:endParaRPr lang="en-US"/>
          </a:p>
        </p:txBody>
      </p:sp>
      <p:sp>
        <p:nvSpPr>
          <p:cNvPr id="48" name="Picture Placeholder 44">
            <a:extLst>
              <a:ext uri="{FF2B5EF4-FFF2-40B4-BE49-F238E27FC236}">
                <a16:creationId xmlns:a16="http://schemas.microsoft.com/office/drawing/2014/main" id="{0557B51A-F61E-F88F-8863-65F0DCB0CAA5}"/>
              </a:ext>
            </a:extLst>
          </p:cNvPr>
          <p:cNvSpPr>
            <a:spLocks noGrp="1"/>
          </p:cNvSpPr>
          <p:nvPr>
            <p:ph type="pic" sz="quarter" idx="13"/>
          </p:nvPr>
        </p:nvSpPr>
        <p:spPr>
          <a:xfrm>
            <a:off x="9450562" y="1618547"/>
            <a:ext cx="1957388" cy="710556"/>
          </a:xfrm>
        </p:spPr>
        <p:txBody>
          <a:bodyPr/>
          <a:lstStyle>
            <a:lvl1pPr algn="ctr">
              <a:defRPr sz="1600"/>
            </a:lvl1pPr>
          </a:lstStyle>
          <a:p>
            <a:endParaRPr lang="en-US"/>
          </a:p>
        </p:txBody>
      </p:sp>
      <p:sp>
        <p:nvSpPr>
          <p:cNvPr id="49" name="Picture Placeholder 44">
            <a:extLst>
              <a:ext uri="{FF2B5EF4-FFF2-40B4-BE49-F238E27FC236}">
                <a16:creationId xmlns:a16="http://schemas.microsoft.com/office/drawing/2014/main" id="{5AD21F47-68C4-FDAA-DB36-95FD128FCE98}"/>
              </a:ext>
            </a:extLst>
          </p:cNvPr>
          <p:cNvSpPr>
            <a:spLocks noGrp="1"/>
          </p:cNvSpPr>
          <p:nvPr>
            <p:ph type="pic" sz="quarter" idx="14"/>
          </p:nvPr>
        </p:nvSpPr>
        <p:spPr>
          <a:xfrm>
            <a:off x="685805" y="4086231"/>
            <a:ext cx="1957388" cy="710556"/>
          </a:xfrm>
        </p:spPr>
        <p:txBody>
          <a:bodyPr/>
          <a:lstStyle>
            <a:lvl1pPr algn="ctr">
              <a:defRPr sz="1600"/>
            </a:lvl1pPr>
          </a:lstStyle>
          <a:p>
            <a:endParaRPr lang="en-US"/>
          </a:p>
        </p:txBody>
      </p:sp>
      <p:sp>
        <p:nvSpPr>
          <p:cNvPr id="50" name="Picture Placeholder 44">
            <a:extLst>
              <a:ext uri="{FF2B5EF4-FFF2-40B4-BE49-F238E27FC236}">
                <a16:creationId xmlns:a16="http://schemas.microsoft.com/office/drawing/2014/main" id="{16F2F5C0-A192-A095-F0D5-F460848ADDB9}"/>
              </a:ext>
            </a:extLst>
          </p:cNvPr>
          <p:cNvSpPr>
            <a:spLocks noGrp="1"/>
          </p:cNvSpPr>
          <p:nvPr>
            <p:ph type="pic" sz="quarter" idx="15"/>
          </p:nvPr>
        </p:nvSpPr>
        <p:spPr>
          <a:xfrm>
            <a:off x="3602731" y="4086231"/>
            <a:ext cx="1957388" cy="710556"/>
          </a:xfrm>
        </p:spPr>
        <p:txBody>
          <a:bodyPr/>
          <a:lstStyle>
            <a:lvl1pPr algn="ctr">
              <a:defRPr sz="1600"/>
            </a:lvl1pPr>
          </a:lstStyle>
          <a:p>
            <a:endParaRPr lang="en-US"/>
          </a:p>
        </p:txBody>
      </p:sp>
      <p:sp>
        <p:nvSpPr>
          <p:cNvPr id="51" name="Picture Placeholder 44">
            <a:extLst>
              <a:ext uri="{FF2B5EF4-FFF2-40B4-BE49-F238E27FC236}">
                <a16:creationId xmlns:a16="http://schemas.microsoft.com/office/drawing/2014/main" id="{F2FA3F3D-F399-E629-0CF8-6F78975889EA}"/>
              </a:ext>
            </a:extLst>
          </p:cNvPr>
          <p:cNvSpPr>
            <a:spLocks noGrp="1"/>
          </p:cNvSpPr>
          <p:nvPr>
            <p:ph type="pic" sz="quarter" idx="16"/>
          </p:nvPr>
        </p:nvSpPr>
        <p:spPr>
          <a:xfrm>
            <a:off x="6519110" y="4086231"/>
            <a:ext cx="1957388" cy="710556"/>
          </a:xfrm>
        </p:spPr>
        <p:txBody>
          <a:bodyPr/>
          <a:lstStyle>
            <a:lvl1pPr algn="ctr">
              <a:defRPr sz="1600"/>
            </a:lvl1pPr>
          </a:lstStyle>
          <a:p>
            <a:endParaRPr lang="en-US"/>
          </a:p>
        </p:txBody>
      </p:sp>
      <p:sp>
        <p:nvSpPr>
          <p:cNvPr id="52" name="Picture Placeholder 44">
            <a:extLst>
              <a:ext uri="{FF2B5EF4-FFF2-40B4-BE49-F238E27FC236}">
                <a16:creationId xmlns:a16="http://schemas.microsoft.com/office/drawing/2014/main" id="{86EB47F2-A28D-E3C6-A87F-97848834FF1E}"/>
              </a:ext>
            </a:extLst>
          </p:cNvPr>
          <p:cNvSpPr>
            <a:spLocks noGrp="1"/>
          </p:cNvSpPr>
          <p:nvPr>
            <p:ph type="pic" sz="quarter" idx="17"/>
          </p:nvPr>
        </p:nvSpPr>
        <p:spPr>
          <a:xfrm>
            <a:off x="9450562" y="4086231"/>
            <a:ext cx="1957388" cy="710556"/>
          </a:xfrm>
        </p:spPr>
        <p:txBody>
          <a:bodyPr/>
          <a:lstStyle>
            <a:lvl1pPr algn="ctr">
              <a:defRPr sz="1600"/>
            </a:lvl1pPr>
          </a:lstStyle>
          <a:p>
            <a:endParaRPr lang="en-US"/>
          </a:p>
        </p:txBody>
      </p:sp>
      <p:sp>
        <p:nvSpPr>
          <p:cNvPr id="56" name="Text Placeholder 55">
            <a:extLst>
              <a:ext uri="{FF2B5EF4-FFF2-40B4-BE49-F238E27FC236}">
                <a16:creationId xmlns:a16="http://schemas.microsoft.com/office/drawing/2014/main" id="{BC00932A-1542-8F79-DD17-1635390158B6}"/>
              </a:ext>
            </a:extLst>
          </p:cNvPr>
          <p:cNvSpPr>
            <a:spLocks noGrp="1"/>
          </p:cNvSpPr>
          <p:nvPr>
            <p:ph type="body" sz="quarter" idx="18" hasCustomPrompt="1"/>
          </p:nvPr>
        </p:nvSpPr>
        <p:spPr>
          <a:xfrm>
            <a:off x="685805" y="2801072"/>
            <a:ext cx="1957388" cy="184666"/>
          </a:xfrm>
        </p:spPr>
        <p:txBody>
          <a:bodyPr/>
          <a:lstStyle>
            <a:lvl1pPr algn="ctr">
              <a:lnSpc>
                <a:spcPct val="100000"/>
              </a:lnSpc>
              <a:spcBef>
                <a:spcPts val="0"/>
              </a:spcBef>
              <a:defRPr sz="1200" b="1">
                <a:solidFill>
                  <a:schemeClr val="bg1"/>
                </a:solidFill>
              </a:defRPr>
            </a:lvl1pPr>
            <a:lvl2pPr>
              <a:defRPr sz="1200"/>
            </a:lvl2pPr>
            <a:lvl3pPr>
              <a:defRPr sz="1200"/>
            </a:lvl3pPr>
            <a:lvl4pPr>
              <a:defRPr sz="1200"/>
            </a:lvl4pPr>
            <a:lvl5pPr>
              <a:defRPr sz="1200"/>
            </a:lvl5pPr>
          </a:lstStyle>
          <a:p>
            <a:pPr lvl="0"/>
            <a:r>
              <a:rPr lang="en-US"/>
              <a:t>Attribute</a:t>
            </a:r>
          </a:p>
        </p:txBody>
      </p:sp>
      <p:sp>
        <p:nvSpPr>
          <p:cNvPr id="58" name="Text Placeholder 57">
            <a:extLst>
              <a:ext uri="{FF2B5EF4-FFF2-40B4-BE49-F238E27FC236}">
                <a16:creationId xmlns:a16="http://schemas.microsoft.com/office/drawing/2014/main" id="{225F0D45-E0C8-AEA5-FBAD-E2EE8EFBA394}"/>
              </a:ext>
            </a:extLst>
          </p:cNvPr>
          <p:cNvSpPr>
            <a:spLocks noGrp="1"/>
          </p:cNvSpPr>
          <p:nvPr>
            <p:ph type="body" sz="quarter" idx="19" hasCustomPrompt="1"/>
          </p:nvPr>
        </p:nvSpPr>
        <p:spPr>
          <a:xfrm>
            <a:off x="685806" y="3052910"/>
            <a:ext cx="1957387" cy="369332"/>
          </a:xfrm>
        </p:spPr>
        <p:txBody>
          <a:bodyPr/>
          <a:lstStyle>
            <a:lvl1pPr algn="ctr">
              <a:lnSpc>
                <a:spcPct val="100000"/>
              </a:lnSpc>
              <a:spcBef>
                <a:spcPts val="0"/>
              </a:spcBef>
              <a:defRPr sz="1200">
                <a:solidFill>
                  <a:schemeClr val="bg1"/>
                </a:solidFill>
              </a:defRPr>
            </a:lvl1pPr>
            <a:lvl2pPr algn="ctr">
              <a:defRPr sz="1200">
                <a:solidFill>
                  <a:schemeClr val="bg1"/>
                </a:solidFill>
              </a:defRPr>
            </a:lvl2pPr>
            <a:lvl3pPr algn="ctr">
              <a:defRPr sz="1200">
                <a:solidFill>
                  <a:schemeClr val="bg1"/>
                </a:solidFill>
              </a:defRPr>
            </a:lvl3pPr>
            <a:lvl4pPr algn="ctr">
              <a:defRPr sz="1200">
                <a:solidFill>
                  <a:schemeClr val="bg1"/>
                </a:solidFill>
              </a:defRPr>
            </a:lvl4pPr>
            <a:lvl5pPr algn="ctr">
              <a:defRPr sz="1200">
                <a:solidFill>
                  <a:schemeClr val="bg1"/>
                </a:solidFill>
              </a:defRPr>
            </a:lvl5pPr>
          </a:lstStyle>
          <a:p>
            <a:pPr lvl="0"/>
            <a:r>
              <a:rPr lang="en-US"/>
              <a:t>Company</a:t>
            </a:r>
          </a:p>
          <a:p>
            <a:pPr lvl="0"/>
            <a:r>
              <a:rPr lang="en-US"/>
              <a:t>Rationale</a:t>
            </a:r>
          </a:p>
        </p:txBody>
      </p:sp>
      <p:sp>
        <p:nvSpPr>
          <p:cNvPr id="61" name="Text Placeholder 55">
            <a:extLst>
              <a:ext uri="{FF2B5EF4-FFF2-40B4-BE49-F238E27FC236}">
                <a16:creationId xmlns:a16="http://schemas.microsoft.com/office/drawing/2014/main" id="{A43BE98A-8CFF-239D-7837-600B236F324E}"/>
              </a:ext>
            </a:extLst>
          </p:cNvPr>
          <p:cNvSpPr>
            <a:spLocks noGrp="1"/>
          </p:cNvSpPr>
          <p:nvPr>
            <p:ph type="body" sz="quarter" idx="20" hasCustomPrompt="1"/>
          </p:nvPr>
        </p:nvSpPr>
        <p:spPr>
          <a:xfrm>
            <a:off x="3602731" y="2801072"/>
            <a:ext cx="1957388" cy="184666"/>
          </a:xfrm>
        </p:spPr>
        <p:txBody>
          <a:bodyPr/>
          <a:lstStyle>
            <a:lvl1pPr algn="ctr">
              <a:lnSpc>
                <a:spcPct val="100000"/>
              </a:lnSpc>
              <a:spcBef>
                <a:spcPts val="0"/>
              </a:spcBef>
              <a:defRPr sz="1200" b="1">
                <a:solidFill>
                  <a:schemeClr val="bg1"/>
                </a:solidFill>
              </a:defRPr>
            </a:lvl1pPr>
            <a:lvl2pPr>
              <a:defRPr sz="1200"/>
            </a:lvl2pPr>
            <a:lvl3pPr>
              <a:defRPr sz="1200"/>
            </a:lvl3pPr>
            <a:lvl4pPr>
              <a:defRPr sz="1200"/>
            </a:lvl4pPr>
            <a:lvl5pPr>
              <a:defRPr sz="1200"/>
            </a:lvl5pPr>
          </a:lstStyle>
          <a:p>
            <a:pPr lvl="0"/>
            <a:r>
              <a:rPr lang="en-US"/>
              <a:t>Attribute</a:t>
            </a:r>
          </a:p>
        </p:txBody>
      </p:sp>
      <p:sp>
        <p:nvSpPr>
          <p:cNvPr id="62" name="Text Placeholder 57">
            <a:extLst>
              <a:ext uri="{FF2B5EF4-FFF2-40B4-BE49-F238E27FC236}">
                <a16:creationId xmlns:a16="http://schemas.microsoft.com/office/drawing/2014/main" id="{540947BA-F7CD-43BD-1EDC-A03A5EEAA5ED}"/>
              </a:ext>
            </a:extLst>
          </p:cNvPr>
          <p:cNvSpPr>
            <a:spLocks noGrp="1"/>
          </p:cNvSpPr>
          <p:nvPr>
            <p:ph type="body" sz="quarter" idx="21" hasCustomPrompt="1"/>
          </p:nvPr>
        </p:nvSpPr>
        <p:spPr>
          <a:xfrm>
            <a:off x="3602732" y="3052910"/>
            <a:ext cx="1957387" cy="369332"/>
          </a:xfrm>
        </p:spPr>
        <p:txBody>
          <a:bodyPr/>
          <a:lstStyle>
            <a:lvl1pPr algn="ctr">
              <a:lnSpc>
                <a:spcPct val="100000"/>
              </a:lnSpc>
              <a:spcBef>
                <a:spcPts val="0"/>
              </a:spcBef>
              <a:defRPr sz="1200">
                <a:solidFill>
                  <a:schemeClr val="bg1"/>
                </a:solidFill>
              </a:defRPr>
            </a:lvl1pPr>
            <a:lvl2pPr algn="ctr">
              <a:defRPr sz="1200">
                <a:solidFill>
                  <a:schemeClr val="bg1"/>
                </a:solidFill>
              </a:defRPr>
            </a:lvl2pPr>
            <a:lvl3pPr algn="ctr">
              <a:defRPr sz="1200">
                <a:solidFill>
                  <a:schemeClr val="bg1"/>
                </a:solidFill>
              </a:defRPr>
            </a:lvl3pPr>
            <a:lvl4pPr algn="ctr">
              <a:defRPr sz="1200">
                <a:solidFill>
                  <a:schemeClr val="bg1"/>
                </a:solidFill>
              </a:defRPr>
            </a:lvl4pPr>
            <a:lvl5pPr algn="ctr">
              <a:defRPr sz="1200">
                <a:solidFill>
                  <a:schemeClr val="bg1"/>
                </a:solidFill>
              </a:defRPr>
            </a:lvl5pPr>
          </a:lstStyle>
          <a:p>
            <a:pPr lvl="0"/>
            <a:r>
              <a:rPr lang="en-US"/>
              <a:t>Company</a:t>
            </a:r>
          </a:p>
          <a:p>
            <a:pPr lvl="0"/>
            <a:r>
              <a:rPr lang="en-US"/>
              <a:t>Rationale</a:t>
            </a:r>
          </a:p>
        </p:txBody>
      </p:sp>
      <p:sp>
        <p:nvSpPr>
          <p:cNvPr id="63" name="Text Placeholder 55">
            <a:extLst>
              <a:ext uri="{FF2B5EF4-FFF2-40B4-BE49-F238E27FC236}">
                <a16:creationId xmlns:a16="http://schemas.microsoft.com/office/drawing/2014/main" id="{1B5B9D46-8C13-9664-965C-E7218BF90301}"/>
              </a:ext>
            </a:extLst>
          </p:cNvPr>
          <p:cNvSpPr>
            <a:spLocks noGrp="1"/>
          </p:cNvSpPr>
          <p:nvPr>
            <p:ph type="body" sz="quarter" idx="22" hasCustomPrompt="1"/>
          </p:nvPr>
        </p:nvSpPr>
        <p:spPr>
          <a:xfrm>
            <a:off x="6519110" y="2801072"/>
            <a:ext cx="1957388" cy="184666"/>
          </a:xfrm>
        </p:spPr>
        <p:txBody>
          <a:bodyPr/>
          <a:lstStyle>
            <a:lvl1pPr algn="ctr">
              <a:lnSpc>
                <a:spcPct val="100000"/>
              </a:lnSpc>
              <a:spcBef>
                <a:spcPts val="0"/>
              </a:spcBef>
              <a:defRPr sz="1200" b="1">
                <a:solidFill>
                  <a:schemeClr val="bg1"/>
                </a:solidFill>
              </a:defRPr>
            </a:lvl1pPr>
            <a:lvl2pPr>
              <a:defRPr sz="1200"/>
            </a:lvl2pPr>
            <a:lvl3pPr>
              <a:defRPr sz="1200"/>
            </a:lvl3pPr>
            <a:lvl4pPr>
              <a:defRPr sz="1200"/>
            </a:lvl4pPr>
            <a:lvl5pPr>
              <a:defRPr sz="1200"/>
            </a:lvl5pPr>
          </a:lstStyle>
          <a:p>
            <a:pPr lvl="0"/>
            <a:r>
              <a:rPr lang="en-US"/>
              <a:t>Attribute</a:t>
            </a:r>
          </a:p>
        </p:txBody>
      </p:sp>
      <p:sp>
        <p:nvSpPr>
          <p:cNvPr id="64" name="Text Placeholder 57">
            <a:extLst>
              <a:ext uri="{FF2B5EF4-FFF2-40B4-BE49-F238E27FC236}">
                <a16:creationId xmlns:a16="http://schemas.microsoft.com/office/drawing/2014/main" id="{149B9E92-8CA9-6720-6FF9-CAF33F40CEE6}"/>
              </a:ext>
            </a:extLst>
          </p:cNvPr>
          <p:cNvSpPr>
            <a:spLocks noGrp="1"/>
          </p:cNvSpPr>
          <p:nvPr>
            <p:ph type="body" sz="quarter" idx="23" hasCustomPrompt="1"/>
          </p:nvPr>
        </p:nvSpPr>
        <p:spPr>
          <a:xfrm>
            <a:off x="6519111" y="3052910"/>
            <a:ext cx="1957387" cy="369332"/>
          </a:xfrm>
        </p:spPr>
        <p:txBody>
          <a:bodyPr/>
          <a:lstStyle>
            <a:lvl1pPr algn="ctr">
              <a:lnSpc>
                <a:spcPct val="100000"/>
              </a:lnSpc>
              <a:spcBef>
                <a:spcPts val="0"/>
              </a:spcBef>
              <a:defRPr sz="1200">
                <a:solidFill>
                  <a:schemeClr val="bg1"/>
                </a:solidFill>
              </a:defRPr>
            </a:lvl1pPr>
            <a:lvl2pPr algn="ctr">
              <a:defRPr sz="1200">
                <a:solidFill>
                  <a:schemeClr val="bg1"/>
                </a:solidFill>
              </a:defRPr>
            </a:lvl2pPr>
            <a:lvl3pPr algn="ctr">
              <a:defRPr sz="1200">
                <a:solidFill>
                  <a:schemeClr val="bg1"/>
                </a:solidFill>
              </a:defRPr>
            </a:lvl3pPr>
            <a:lvl4pPr algn="ctr">
              <a:defRPr sz="1200">
                <a:solidFill>
                  <a:schemeClr val="bg1"/>
                </a:solidFill>
              </a:defRPr>
            </a:lvl4pPr>
            <a:lvl5pPr algn="ctr">
              <a:defRPr sz="1200">
                <a:solidFill>
                  <a:schemeClr val="bg1"/>
                </a:solidFill>
              </a:defRPr>
            </a:lvl5pPr>
          </a:lstStyle>
          <a:p>
            <a:pPr lvl="0"/>
            <a:r>
              <a:rPr lang="en-US"/>
              <a:t>Company</a:t>
            </a:r>
          </a:p>
          <a:p>
            <a:pPr lvl="0"/>
            <a:r>
              <a:rPr lang="en-US"/>
              <a:t>Rationale</a:t>
            </a:r>
          </a:p>
        </p:txBody>
      </p:sp>
      <p:sp>
        <p:nvSpPr>
          <p:cNvPr id="65" name="Text Placeholder 55">
            <a:extLst>
              <a:ext uri="{FF2B5EF4-FFF2-40B4-BE49-F238E27FC236}">
                <a16:creationId xmlns:a16="http://schemas.microsoft.com/office/drawing/2014/main" id="{DD8B1CE7-9998-F105-787B-0F87C40129B5}"/>
              </a:ext>
            </a:extLst>
          </p:cNvPr>
          <p:cNvSpPr>
            <a:spLocks noGrp="1"/>
          </p:cNvSpPr>
          <p:nvPr>
            <p:ph type="body" sz="quarter" idx="24" hasCustomPrompt="1"/>
          </p:nvPr>
        </p:nvSpPr>
        <p:spPr>
          <a:xfrm>
            <a:off x="9450562" y="2797062"/>
            <a:ext cx="1957388" cy="184666"/>
          </a:xfrm>
        </p:spPr>
        <p:txBody>
          <a:bodyPr/>
          <a:lstStyle>
            <a:lvl1pPr algn="ctr">
              <a:lnSpc>
                <a:spcPct val="100000"/>
              </a:lnSpc>
              <a:spcBef>
                <a:spcPts val="0"/>
              </a:spcBef>
              <a:defRPr sz="1200" b="1">
                <a:solidFill>
                  <a:schemeClr val="bg1"/>
                </a:solidFill>
              </a:defRPr>
            </a:lvl1pPr>
            <a:lvl2pPr>
              <a:defRPr sz="1200"/>
            </a:lvl2pPr>
            <a:lvl3pPr>
              <a:defRPr sz="1200"/>
            </a:lvl3pPr>
            <a:lvl4pPr>
              <a:defRPr sz="1200"/>
            </a:lvl4pPr>
            <a:lvl5pPr>
              <a:defRPr sz="1200"/>
            </a:lvl5pPr>
          </a:lstStyle>
          <a:p>
            <a:pPr lvl="0"/>
            <a:r>
              <a:rPr lang="en-US"/>
              <a:t>Attribute</a:t>
            </a:r>
          </a:p>
        </p:txBody>
      </p:sp>
      <p:sp>
        <p:nvSpPr>
          <p:cNvPr id="66" name="Text Placeholder 57">
            <a:extLst>
              <a:ext uri="{FF2B5EF4-FFF2-40B4-BE49-F238E27FC236}">
                <a16:creationId xmlns:a16="http://schemas.microsoft.com/office/drawing/2014/main" id="{B2AF12E1-DED0-2D31-9F5B-9390A3D49EEE}"/>
              </a:ext>
            </a:extLst>
          </p:cNvPr>
          <p:cNvSpPr>
            <a:spLocks noGrp="1"/>
          </p:cNvSpPr>
          <p:nvPr>
            <p:ph type="body" sz="quarter" idx="25" hasCustomPrompt="1"/>
          </p:nvPr>
        </p:nvSpPr>
        <p:spPr>
          <a:xfrm>
            <a:off x="9450563" y="3048900"/>
            <a:ext cx="1957387" cy="369332"/>
          </a:xfrm>
        </p:spPr>
        <p:txBody>
          <a:bodyPr/>
          <a:lstStyle>
            <a:lvl1pPr algn="ctr">
              <a:lnSpc>
                <a:spcPct val="100000"/>
              </a:lnSpc>
              <a:spcBef>
                <a:spcPts val="0"/>
              </a:spcBef>
              <a:defRPr sz="1200">
                <a:solidFill>
                  <a:schemeClr val="bg1"/>
                </a:solidFill>
              </a:defRPr>
            </a:lvl1pPr>
            <a:lvl2pPr algn="ctr">
              <a:defRPr sz="1200">
                <a:solidFill>
                  <a:schemeClr val="bg1"/>
                </a:solidFill>
              </a:defRPr>
            </a:lvl2pPr>
            <a:lvl3pPr algn="ctr">
              <a:defRPr sz="1200">
                <a:solidFill>
                  <a:schemeClr val="bg1"/>
                </a:solidFill>
              </a:defRPr>
            </a:lvl3pPr>
            <a:lvl4pPr algn="ctr">
              <a:defRPr sz="1200">
                <a:solidFill>
                  <a:schemeClr val="bg1"/>
                </a:solidFill>
              </a:defRPr>
            </a:lvl4pPr>
            <a:lvl5pPr algn="ctr">
              <a:defRPr sz="1200">
                <a:solidFill>
                  <a:schemeClr val="bg1"/>
                </a:solidFill>
              </a:defRPr>
            </a:lvl5pPr>
          </a:lstStyle>
          <a:p>
            <a:pPr lvl="0"/>
            <a:r>
              <a:rPr lang="en-US"/>
              <a:t>Company</a:t>
            </a:r>
          </a:p>
          <a:p>
            <a:pPr lvl="0"/>
            <a:r>
              <a:rPr lang="en-US"/>
              <a:t>Rationale</a:t>
            </a:r>
          </a:p>
        </p:txBody>
      </p:sp>
      <p:sp>
        <p:nvSpPr>
          <p:cNvPr id="67" name="Text Placeholder 55">
            <a:extLst>
              <a:ext uri="{FF2B5EF4-FFF2-40B4-BE49-F238E27FC236}">
                <a16:creationId xmlns:a16="http://schemas.microsoft.com/office/drawing/2014/main" id="{B1D9EF7B-2D16-3097-0830-8456C416640B}"/>
              </a:ext>
            </a:extLst>
          </p:cNvPr>
          <p:cNvSpPr>
            <a:spLocks noGrp="1"/>
          </p:cNvSpPr>
          <p:nvPr>
            <p:ph type="body" sz="quarter" idx="26" hasCustomPrompt="1"/>
          </p:nvPr>
        </p:nvSpPr>
        <p:spPr>
          <a:xfrm>
            <a:off x="685805" y="5288723"/>
            <a:ext cx="1957388" cy="184666"/>
          </a:xfrm>
        </p:spPr>
        <p:txBody>
          <a:bodyPr/>
          <a:lstStyle>
            <a:lvl1pPr algn="ctr">
              <a:lnSpc>
                <a:spcPct val="100000"/>
              </a:lnSpc>
              <a:spcBef>
                <a:spcPts val="0"/>
              </a:spcBef>
              <a:defRPr sz="1200" b="1">
                <a:solidFill>
                  <a:schemeClr val="bg1"/>
                </a:solidFill>
              </a:defRPr>
            </a:lvl1pPr>
            <a:lvl2pPr>
              <a:defRPr sz="1200"/>
            </a:lvl2pPr>
            <a:lvl3pPr>
              <a:defRPr sz="1200"/>
            </a:lvl3pPr>
            <a:lvl4pPr>
              <a:defRPr sz="1200"/>
            </a:lvl4pPr>
            <a:lvl5pPr>
              <a:defRPr sz="1200"/>
            </a:lvl5pPr>
          </a:lstStyle>
          <a:p>
            <a:pPr lvl="0"/>
            <a:r>
              <a:rPr lang="en-US"/>
              <a:t>Attribute</a:t>
            </a:r>
          </a:p>
        </p:txBody>
      </p:sp>
      <p:sp>
        <p:nvSpPr>
          <p:cNvPr id="68" name="Text Placeholder 57">
            <a:extLst>
              <a:ext uri="{FF2B5EF4-FFF2-40B4-BE49-F238E27FC236}">
                <a16:creationId xmlns:a16="http://schemas.microsoft.com/office/drawing/2014/main" id="{38B541B0-380A-A0BD-0C5F-1783908C5F22}"/>
              </a:ext>
            </a:extLst>
          </p:cNvPr>
          <p:cNvSpPr>
            <a:spLocks noGrp="1"/>
          </p:cNvSpPr>
          <p:nvPr>
            <p:ph type="body" sz="quarter" idx="27" hasCustomPrompt="1"/>
          </p:nvPr>
        </p:nvSpPr>
        <p:spPr>
          <a:xfrm>
            <a:off x="685806" y="5540561"/>
            <a:ext cx="1957387" cy="369332"/>
          </a:xfrm>
        </p:spPr>
        <p:txBody>
          <a:bodyPr/>
          <a:lstStyle>
            <a:lvl1pPr algn="ctr">
              <a:lnSpc>
                <a:spcPct val="100000"/>
              </a:lnSpc>
              <a:spcBef>
                <a:spcPts val="0"/>
              </a:spcBef>
              <a:defRPr sz="1200">
                <a:solidFill>
                  <a:schemeClr val="bg1"/>
                </a:solidFill>
              </a:defRPr>
            </a:lvl1pPr>
            <a:lvl2pPr algn="ctr">
              <a:defRPr sz="1200">
                <a:solidFill>
                  <a:schemeClr val="bg1"/>
                </a:solidFill>
              </a:defRPr>
            </a:lvl2pPr>
            <a:lvl3pPr algn="ctr">
              <a:defRPr sz="1200">
                <a:solidFill>
                  <a:schemeClr val="bg1"/>
                </a:solidFill>
              </a:defRPr>
            </a:lvl3pPr>
            <a:lvl4pPr algn="ctr">
              <a:defRPr sz="1200">
                <a:solidFill>
                  <a:schemeClr val="bg1"/>
                </a:solidFill>
              </a:defRPr>
            </a:lvl4pPr>
            <a:lvl5pPr algn="ctr">
              <a:defRPr sz="1200">
                <a:solidFill>
                  <a:schemeClr val="bg1"/>
                </a:solidFill>
              </a:defRPr>
            </a:lvl5pPr>
          </a:lstStyle>
          <a:p>
            <a:pPr lvl="0"/>
            <a:r>
              <a:rPr lang="en-US"/>
              <a:t>Company</a:t>
            </a:r>
          </a:p>
          <a:p>
            <a:pPr lvl="0"/>
            <a:r>
              <a:rPr lang="en-US"/>
              <a:t>Rationale</a:t>
            </a:r>
          </a:p>
        </p:txBody>
      </p:sp>
      <p:sp>
        <p:nvSpPr>
          <p:cNvPr id="69" name="Text Placeholder 55">
            <a:extLst>
              <a:ext uri="{FF2B5EF4-FFF2-40B4-BE49-F238E27FC236}">
                <a16:creationId xmlns:a16="http://schemas.microsoft.com/office/drawing/2014/main" id="{273DE448-B132-393A-6873-88F8BE2CF4A8}"/>
              </a:ext>
            </a:extLst>
          </p:cNvPr>
          <p:cNvSpPr>
            <a:spLocks noGrp="1"/>
          </p:cNvSpPr>
          <p:nvPr>
            <p:ph type="body" sz="quarter" idx="28" hasCustomPrompt="1"/>
          </p:nvPr>
        </p:nvSpPr>
        <p:spPr>
          <a:xfrm>
            <a:off x="3602731" y="5288723"/>
            <a:ext cx="1957388" cy="184666"/>
          </a:xfrm>
        </p:spPr>
        <p:txBody>
          <a:bodyPr/>
          <a:lstStyle>
            <a:lvl1pPr algn="ctr">
              <a:lnSpc>
                <a:spcPct val="100000"/>
              </a:lnSpc>
              <a:spcBef>
                <a:spcPts val="0"/>
              </a:spcBef>
              <a:defRPr sz="1200" b="1">
                <a:solidFill>
                  <a:schemeClr val="bg1"/>
                </a:solidFill>
              </a:defRPr>
            </a:lvl1pPr>
            <a:lvl2pPr>
              <a:defRPr sz="1200"/>
            </a:lvl2pPr>
            <a:lvl3pPr>
              <a:defRPr sz="1200"/>
            </a:lvl3pPr>
            <a:lvl4pPr>
              <a:defRPr sz="1200"/>
            </a:lvl4pPr>
            <a:lvl5pPr>
              <a:defRPr sz="1200"/>
            </a:lvl5pPr>
          </a:lstStyle>
          <a:p>
            <a:pPr lvl="0"/>
            <a:r>
              <a:rPr lang="en-US"/>
              <a:t>Attribute</a:t>
            </a:r>
          </a:p>
        </p:txBody>
      </p:sp>
      <p:sp>
        <p:nvSpPr>
          <p:cNvPr id="70" name="Text Placeholder 57">
            <a:extLst>
              <a:ext uri="{FF2B5EF4-FFF2-40B4-BE49-F238E27FC236}">
                <a16:creationId xmlns:a16="http://schemas.microsoft.com/office/drawing/2014/main" id="{5E285737-B315-F642-0D2B-30678C0CD5CC}"/>
              </a:ext>
            </a:extLst>
          </p:cNvPr>
          <p:cNvSpPr>
            <a:spLocks noGrp="1"/>
          </p:cNvSpPr>
          <p:nvPr>
            <p:ph type="body" sz="quarter" idx="29" hasCustomPrompt="1"/>
          </p:nvPr>
        </p:nvSpPr>
        <p:spPr>
          <a:xfrm>
            <a:off x="3602732" y="5540561"/>
            <a:ext cx="1957387" cy="369332"/>
          </a:xfrm>
        </p:spPr>
        <p:txBody>
          <a:bodyPr/>
          <a:lstStyle>
            <a:lvl1pPr algn="ctr">
              <a:lnSpc>
                <a:spcPct val="100000"/>
              </a:lnSpc>
              <a:spcBef>
                <a:spcPts val="0"/>
              </a:spcBef>
              <a:defRPr sz="1200">
                <a:solidFill>
                  <a:schemeClr val="bg1"/>
                </a:solidFill>
              </a:defRPr>
            </a:lvl1pPr>
            <a:lvl2pPr algn="ctr">
              <a:defRPr sz="1200">
                <a:solidFill>
                  <a:schemeClr val="bg1"/>
                </a:solidFill>
              </a:defRPr>
            </a:lvl2pPr>
            <a:lvl3pPr algn="ctr">
              <a:defRPr sz="1200">
                <a:solidFill>
                  <a:schemeClr val="bg1"/>
                </a:solidFill>
              </a:defRPr>
            </a:lvl3pPr>
            <a:lvl4pPr algn="ctr">
              <a:defRPr sz="1200">
                <a:solidFill>
                  <a:schemeClr val="bg1"/>
                </a:solidFill>
              </a:defRPr>
            </a:lvl4pPr>
            <a:lvl5pPr algn="ctr">
              <a:defRPr sz="1200">
                <a:solidFill>
                  <a:schemeClr val="bg1"/>
                </a:solidFill>
              </a:defRPr>
            </a:lvl5pPr>
          </a:lstStyle>
          <a:p>
            <a:pPr lvl="0"/>
            <a:r>
              <a:rPr lang="en-US"/>
              <a:t>Company</a:t>
            </a:r>
          </a:p>
          <a:p>
            <a:pPr lvl="0"/>
            <a:r>
              <a:rPr lang="en-US"/>
              <a:t>Rationale</a:t>
            </a:r>
          </a:p>
        </p:txBody>
      </p:sp>
      <p:sp>
        <p:nvSpPr>
          <p:cNvPr id="71" name="Text Placeholder 55">
            <a:extLst>
              <a:ext uri="{FF2B5EF4-FFF2-40B4-BE49-F238E27FC236}">
                <a16:creationId xmlns:a16="http://schemas.microsoft.com/office/drawing/2014/main" id="{5C47E306-0183-6729-1D25-3DF199FECD88}"/>
              </a:ext>
            </a:extLst>
          </p:cNvPr>
          <p:cNvSpPr>
            <a:spLocks noGrp="1"/>
          </p:cNvSpPr>
          <p:nvPr>
            <p:ph type="body" sz="quarter" idx="30" hasCustomPrompt="1"/>
          </p:nvPr>
        </p:nvSpPr>
        <p:spPr>
          <a:xfrm>
            <a:off x="6519110" y="5288723"/>
            <a:ext cx="1957388" cy="184666"/>
          </a:xfrm>
        </p:spPr>
        <p:txBody>
          <a:bodyPr/>
          <a:lstStyle>
            <a:lvl1pPr algn="ctr">
              <a:lnSpc>
                <a:spcPct val="100000"/>
              </a:lnSpc>
              <a:spcBef>
                <a:spcPts val="0"/>
              </a:spcBef>
              <a:defRPr sz="1200" b="1">
                <a:solidFill>
                  <a:schemeClr val="bg1"/>
                </a:solidFill>
              </a:defRPr>
            </a:lvl1pPr>
            <a:lvl2pPr>
              <a:defRPr sz="1200"/>
            </a:lvl2pPr>
            <a:lvl3pPr>
              <a:defRPr sz="1200"/>
            </a:lvl3pPr>
            <a:lvl4pPr>
              <a:defRPr sz="1200"/>
            </a:lvl4pPr>
            <a:lvl5pPr>
              <a:defRPr sz="1200"/>
            </a:lvl5pPr>
          </a:lstStyle>
          <a:p>
            <a:pPr lvl="0"/>
            <a:r>
              <a:rPr lang="en-US"/>
              <a:t>Attribute</a:t>
            </a:r>
          </a:p>
        </p:txBody>
      </p:sp>
      <p:sp>
        <p:nvSpPr>
          <p:cNvPr id="72" name="Text Placeholder 57">
            <a:extLst>
              <a:ext uri="{FF2B5EF4-FFF2-40B4-BE49-F238E27FC236}">
                <a16:creationId xmlns:a16="http://schemas.microsoft.com/office/drawing/2014/main" id="{A7CEF7A5-AB3F-F825-3480-6D48828DA122}"/>
              </a:ext>
            </a:extLst>
          </p:cNvPr>
          <p:cNvSpPr>
            <a:spLocks noGrp="1"/>
          </p:cNvSpPr>
          <p:nvPr>
            <p:ph type="body" sz="quarter" idx="31" hasCustomPrompt="1"/>
          </p:nvPr>
        </p:nvSpPr>
        <p:spPr>
          <a:xfrm>
            <a:off x="6519111" y="5540561"/>
            <a:ext cx="1957387" cy="369332"/>
          </a:xfrm>
        </p:spPr>
        <p:txBody>
          <a:bodyPr/>
          <a:lstStyle>
            <a:lvl1pPr algn="ctr">
              <a:lnSpc>
                <a:spcPct val="100000"/>
              </a:lnSpc>
              <a:spcBef>
                <a:spcPts val="0"/>
              </a:spcBef>
              <a:defRPr sz="1200">
                <a:solidFill>
                  <a:schemeClr val="bg1"/>
                </a:solidFill>
              </a:defRPr>
            </a:lvl1pPr>
            <a:lvl2pPr algn="ctr">
              <a:defRPr sz="1200">
                <a:solidFill>
                  <a:schemeClr val="bg1"/>
                </a:solidFill>
              </a:defRPr>
            </a:lvl2pPr>
            <a:lvl3pPr algn="ctr">
              <a:defRPr sz="1200">
                <a:solidFill>
                  <a:schemeClr val="bg1"/>
                </a:solidFill>
              </a:defRPr>
            </a:lvl3pPr>
            <a:lvl4pPr algn="ctr">
              <a:defRPr sz="1200">
                <a:solidFill>
                  <a:schemeClr val="bg1"/>
                </a:solidFill>
              </a:defRPr>
            </a:lvl4pPr>
            <a:lvl5pPr algn="ctr">
              <a:defRPr sz="1200">
                <a:solidFill>
                  <a:schemeClr val="bg1"/>
                </a:solidFill>
              </a:defRPr>
            </a:lvl5pPr>
          </a:lstStyle>
          <a:p>
            <a:pPr lvl="0"/>
            <a:r>
              <a:rPr lang="en-US"/>
              <a:t>Company</a:t>
            </a:r>
          </a:p>
          <a:p>
            <a:pPr lvl="0"/>
            <a:r>
              <a:rPr lang="en-US"/>
              <a:t>Rationale</a:t>
            </a:r>
          </a:p>
        </p:txBody>
      </p:sp>
      <p:sp>
        <p:nvSpPr>
          <p:cNvPr id="73" name="Text Placeholder 55">
            <a:extLst>
              <a:ext uri="{FF2B5EF4-FFF2-40B4-BE49-F238E27FC236}">
                <a16:creationId xmlns:a16="http://schemas.microsoft.com/office/drawing/2014/main" id="{91B74C45-650D-3353-D7F7-EC5072B81A63}"/>
              </a:ext>
            </a:extLst>
          </p:cNvPr>
          <p:cNvSpPr>
            <a:spLocks noGrp="1"/>
          </p:cNvSpPr>
          <p:nvPr>
            <p:ph type="body" sz="quarter" idx="32" hasCustomPrompt="1"/>
          </p:nvPr>
        </p:nvSpPr>
        <p:spPr>
          <a:xfrm>
            <a:off x="9450562" y="5284713"/>
            <a:ext cx="1957388" cy="184666"/>
          </a:xfrm>
        </p:spPr>
        <p:txBody>
          <a:bodyPr/>
          <a:lstStyle>
            <a:lvl1pPr algn="ctr">
              <a:lnSpc>
                <a:spcPct val="100000"/>
              </a:lnSpc>
              <a:spcBef>
                <a:spcPts val="0"/>
              </a:spcBef>
              <a:defRPr sz="1200" b="1">
                <a:solidFill>
                  <a:schemeClr val="bg1"/>
                </a:solidFill>
              </a:defRPr>
            </a:lvl1pPr>
            <a:lvl2pPr>
              <a:defRPr sz="1200"/>
            </a:lvl2pPr>
            <a:lvl3pPr>
              <a:defRPr sz="1200"/>
            </a:lvl3pPr>
            <a:lvl4pPr>
              <a:defRPr sz="1200"/>
            </a:lvl4pPr>
            <a:lvl5pPr>
              <a:defRPr sz="1200"/>
            </a:lvl5pPr>
          </a:lstStyle>
          <a:p>
            <a:pPr lvl="0"/>
            <a:r>
              <a:rPr lang="en-US"/>
              <a:t>Attribute</a:t>
            </a:r>
          </a:p>
        </p:txBody>
      </p:sp>
      <p:sp>
        <p:nvSpPr>
          <p:cNvPr id="74" name="Text Placeholder 57">
            <a:extLst>
              <a:ext uri="{FF2B5EF4-FFF2-40B4-BE49-F238E27FC236}">
                <a16:creationId xmlns:a16="http://schemas.microsoft.com/office/drawing/2014/main" id="{FD727C4C-4526-24EF-6B5F-DAC5C037C574}"/>
              </a:ext>
            </a:extLst>
          </p:cNvPr>
          <p:cNvSpPr>
            <a:spLocks noGrp="1"/>
          </p:cNvSpPr>
          <p:nvPr>
            <p:ph type="body" sz="quarter" idx="33" hasCustomPrompt="1"/>
          </p:nvPr>
        </p:nvSpPr>
        <p:spPr>
          <a:xfrm>
            <a:off x="9450563" y="5536551"/>
            <a:ext cx="1957387" cy="369332"/>
          </a:xfrm>
        </p:spPr>
        <p:txBody>
          <a:bodyPr/>
          <a:lstStyle>
            <a:lvl1pPr algn="ctr">
              <a:lnSpc>
                <a:spcPct val="100000"/>
              </a:lnSpc>
              <a:spcBef>
                <a:spcPts val="0"/>
              </a:spcBef>
              <a:defRPr sz="1200">
                <a:solidFill>
                  <a:schemeClr val="bg1"/>
                </a:solidFill>
              </a:defRPr>
            </a:lvl1pPr>
            <a:lvl2pPr algn="ctr">
              <a:defRPr sz="1200">
                <a:solidFill>
                  <a:schemeClr val="bg1"/>
                </a:solidFill>
              </a:defRPr>
            </a:lvl2pPr>
            <a:lvl3pPr algn="ctr">
              <a:defRPr sz="1200">
                <a:solidFill>
                  <a:schemeClr val="bg1"/>
                </a:solidFill>
              </a:defRPr>
            </a:lvl3pPr>
            <a:lvl4pPr algn="ctr">
              <a:defRPr sz="1200">
                <a:solidFill>
                  <a:schemeClr val="bg1"/>
                </a:solidFill>
              </a:defRPr>
            </a:lvl4pPr>
            <a:lvl5pPr algn="ctr">
              <a:defRPr sz="1200">
                <a:solidFill>
                  <a:schemeClr val="bg1"/>
                </a:solidFill>
              </a:defRPr>
            </a:lvl5pPr>
          </a:lstStyle>
          <a:p>
            <a:pPr lvl="0"/>
            <a:r>
              <a:rPr lang="en-US"/>
              <a:t>Company</a:t>
            </a:r>
          </a:p>
          <a:p>
            <a:pPr lvl="0"/>
            <a:r>
              <a:rPr lang="en-US"/>
              <a:t>Rationale</a:t>
            </a:r>
          </a:p>
        </p:txBody>
      </p:sp>
    </p:spTree>
    <p:extLst>
      <p:ext uri="{BB962C8B-B14F-4D97-AF65-F5344CB8AC3E}">
        <p14:creationId xmlns:p14="http://schemas.microsoft.com/office/powerpoint/2010/main" val="4025162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Main Page 2">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F2B2F1A-8B93-DE8D-A0DA-98B7C2CC8140}"/>
              </a:ext>
            </a:extLst>
          </p:cNvPr>
          <p:cNvSpPr>
            <a:spLocks noGrp="1"/>
          </p:cNvSpPr>
          <p:nvPr>
            <p:ph type="pic" sz="quarter" idx="15"/>
          </p:nvPr>
        </p:nvSpPr>
        <p:spPr>
          <a:xfrm>
            <a:off x="5129850" y="458164"/>
            <a:ext cx="1932299" cy="1122084"/>
          </a:xfrm>
          <a:prstGeom prst="rect">
            <a:avLst/>
          </a:prstGeom>
          <a:no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385548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Main Page 3">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9988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ain Page 4">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ADC969DC-FE27-C8B3-D5A5-DA76711AEF15}"/>
              </a:ext>
            </a:extLst>
          </p:cNvPr>
          <p:cNvSpPr>
            <a:spLocks noGrp="1"/>
          </p:cNvSpPr>
          <p:nvPr>
            <p:ph type="title"/>
          </p:nvPr>
        </p:nvSpPr>
        <p:spPr>
          <a:xfrm>
            <a:off x="6868886" y="206474"/>
            <a:ext cx="5076876" cy="1080296"/>
          </a:xfrm>
        </p:spPr>
        <p:txBody>
          <a:bodyPr wrap="square">
            <a:spAutoFit/>
          </a:bodyPr>
          <a:lstStyle/>
          <a:p>
            <a:r>
              <a:rPr lang="en-US"/>
              <a:t>Click to edit Master title style</a:t>
            </a:r>
          </a:p>
        </p:txBody>
      </p:sp>
    </p:spTree>
    <p:extLst>
      <p:ext uri="{BB962C8B-B14F-4D97-AF65-F5344CB8AC3E}">
        <p14:creationId xmlns:p14="http://schemas.microsoft.com/office/powerpoint/2010/main" val="3905037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Page 5">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0F553B99-2AC9-DC02-9B6F-694B5D2926E7}"/>
              </a:ext>
            </a:extLst>
          </p:cNvPr>
          <p:cNvSpPr>
            <a:spLocks noGrp="1"/>
          </p:cNvSpPr>
          <p:nvPr>
            <p:ph type="pic" sz="quarter" idx="13"/>
          </p:nvPr>
        </p:nvSpPr>
        <p:spPr>
          <a:xfrm>
            <a:off x="6324602" y="1533524"/>
            <a:ext cx="3881436" cy="3790935"/>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3282234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ull Pictur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FA20C2D-AD9D-4149-BEF0-3905782D8B48}"/>
              </a:ext>
            </a:extLst>
          </p:cNvPr>
          <p:cNvSpPr>
            <a:spLocks noGrp="1"/>
          </p:cNvSpPr>
          <p:nvPr>
            <p:ph type="pic" sz="quarter" idx="12"/>
          </p:nvPr>
        </p:nvSpPr>
        <p:spPr>
          <a:xfrm>
            <a:off x="0" y="-12493"/>
            <a:ext cx="12192000" cy="6870493"/>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3079508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elcome Message 1">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FA20C2D-AD9D-4149-BEF0-3905782D8B48}"/>
              </a:ext>
            </a:extLst>
          </p:cNvPr>
          <p:cNvSpPr>
            <a:spLocks noGrp="1"/>
          </p:cNvSpPr>
          <p:nvPr>
            <p:ph type="pic" sz="quarter" idx="12"/>
          </p:nvPr>
        </p:nvSpPr>
        <p:spPr>
          <a:xfrm>
            <a:off x="0" y="-12493"/>
            <a:ext cx="12192000" cy="6870493"/>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6" name="Picture Placeholder 8">
            <a:extLst>
              <a:ext uri="{FF2B5EF4-FFF2-40B4-BE49-F238E27FC236}">
                <a16:creationId xmlns:a16="http://schemas.microsoft.com/office/drawing/2014/main" id="{F246201C-0AB2-4864-9B5B-356A50CB1EFB}"/>
              </a:ext>
            </a:extLst>
          </p:cNvPr>
          <p:cNvSpPr>
            <a:spLocks noGrp="1"/>
          </p:cNvSpPr>
          <p:nvPr>
            <p:ph type="pic" sz="quarter" idx="13"/>
          </p:nvPr>
        </p:nvSpPr>
        <p:spPr>
          <a:xfrm>
            <a:off x="7109138" y="1049628"/>
            <a:ext cx="3870101" cy="475230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7" name="Title 5">
            <a:extLst>
              <a:ext uri="{FF2B5EF4-FFF2-40B4-BE49-F238E27FC236}">
                <a16:creationId xmlns:a16="http://schemas.microsoft.com/office/drawing/2014/main" id="{70D0D4DA-AE70-4CF8-80F2-1FEB9708B12C}"/>
              </a:ext>
            </a:extLst>
          </p:cNvPr>
          <p:cNvSpPr>
            <a:spLocks noGrp="1"/>
          </p:cNvSpPr>
          <p:nvPr>
            <p:ph type="title"/>
          </p:nvPr>
        </p:nvSpPr>
        <p:spPr>
          <a:xfrm>
            <a:off x="1019175" y="946702"/>
            <a:ext cx="9152697" cy="637097"/>
          </a:xfrm>
        </p:spPr>
        <p:txBody>
          <a:bodyPr>
            <a:spAutoFit/>
          </a:bodyPr>
          <a:lstStyle/>
          <a:p>
            <a:r>
              <a:rPr lang="en-US"/>
              <a:t>Click to edit Master title style</a:t>
            </a:r>
          </a:p>
        </p:txBody>
      </p:sp>
    </p:spTree>
    <p:extLst>
      <p:ext uri="{BB962C8B-B14F-4D97-AF65-F5344CB8AC3E}">
        <p14:creationId xmlns:p14="http://schemas.microsoft.com/office/powerpoint/2010/main" val="32653841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Welcome Message 2">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12498C75-C0F3-900B-8928-C2885AB05A61}"/>
              </a:ext>
            </a:extLst>
          </p:cNvPr>
          <p:cNvSpPr>
            <a:spLocks noGrp="1"/>
          </p:cNvSpPr>
          <p:nvPr>
            <p:ph type="pic" sz="quarter" idx="13"/>
          </p:nvPr>
        </p:nvSpPr>
        <p:spPr>
          <a:xfrm>
            <a:off x="1019175" y="1125538"/>
            <a:ext cx="5076825" cy="494041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2715329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elcome Message 3">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9407A4DB-9FA4-8F2C-D340-59AE231D9E0B}"/>
              </a:ext>
            </a:extLst>
          </p:cNvPr>
          <p:cNvSpPr>
            <a:spLocks noGrp="1"/>
          </p:cNvSpPr>
          <p:nvPr>
            <p:ph type="pic" sz="quarter" idx="13"/>
          </p:nvPr>
        </p:nvSpPr>
        <p:spPr>
          <a:xfrm>
            <a:off x="5801932" y="2331747"/>
            <a:ext cx="5370893" cy="3322749"/>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CD981FAC-1346-823A-0712-C830393BD88A}"/>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4849305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B4E1AB4A-53EA-A484-D01F-C1423CB8FA0F}"/>
              </a:ext>
            </a:extLst>
          </p:cNvPr>
          <p:cNvSpPr>
            <a:spLocks noGrp="1"/>
          </p:cNvSpPr>
          <p:nvPr>
            <p:ph type="pic" sz="quarter" idx="13"/>
          </p:nvPr>
        </p:nvSpPr>
        <p:spPr>
          <a:xfrm>
            <a:off x="4417454" y="936222"/>
            <a:ext cx="3573887" cy="533757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35864959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vent Agenda">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2DD5F6B2-D6AD-5E5A-B91D-59EEC8F51C06}"/>
              </a:ext>
            </a:extLst>
          </p:cNvPr>
          <p:cNvSpPr>
            <a:spLocks noGrp="1"/>
          </p:cNvSpPr>
          <p:nvPr>
            <p:ph type="pic" sz="quarter" idx="13"/>
          </p:nvPr>
        </p:nvSpPr>
        <p:spPr>
          <a:xfrm>
            <a:off x="1019174" y="3328453"/>
            <a:ext cx="4413885" cy="2945346"/>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365EDB94-4A76-0C23-1559-048C397FFECD}"/>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5742469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ssage for the CEO">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96E227BF-C543-FA10-03B8-C62FC332B1FD}"/>
              </a:ext>
            </a:extLst>
          </p:cNvPr>
          <p:cNvSpPr>
            <a:spLocks noGrp="1"/>
          </p:cNvSpPr>
          <p:nvPr>
            <p:ph type="pic" sz="quarter" idx="13"/>
          </p:nvPr>
        </p:nvSpPr>
        <p:spPr>
          <a:xfrm>
            <a:off x="0" y="0"/>
            <a:ext cx="46101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36413454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EO Message 2">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011874B-C9A9-4AF7-B7F2-66B55CE703EE}"/>
              </a:ext>
            </a:extLst>
          </p:cNvPr>
          <p:cNvSpPr>
            <a:spLocks noGrp="1"/>
          </p:cNvSpPr>
          <p:nvPr>
            <p:ph type="pic" sz="quarter" idx="13"/>
          </p:nvPr>
        </p:nvSpPr>
        <p:spPr>
          <a:xfrm>
            <a:off x="5225222" y="1305753"/>
            <a:ext cx="1741555" cy="1741555"/>
          </a:xfrm>
          <a:custGeom>
            <a:avLst/>
            <a:gdLst>
              <a:gd name="connsiteX0" fmla="*/ 682375 w 1364750"/>
              <a:gd name="connsiteY0" fmla="*/ 0 h 1364750"/>
              <a:gd name="connsiteX1" fmla="*/ 1364750 w 1364750"/>
              <a:gd name="connsiteY1" fmla="*/ 682375 h 1364750"/>
              <a:gd name="connsiteX2" fmla="*/ 682375 w 1364750"/>
              <a:gd name="connsiteY2" fmla="*/ 1364750 h 1364750"/>
              <a:gd name="connsiteX3" fmla="*/ 0 w 1364750"/>
              <a:gd name="connsiteY3" fmla="*/ 682375 h 1364750"/>
              <a:gd name="connsiteX4" fmla="*/ 682375 w 1364750"/>
              <a:gd name="connsiteY4" fmla="*/ 0 h 136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50" h="1364750">
                <a:moveTo>
                  <a:pt x="682375" y="0"/>
                </a:moveTo>
                <a:cubicBezTo>
                  <a:pt x="1059240" y="0"/>
                  <a:pt x="1364750" y="305510"/>
                  <a:pt x="1364750" y="682375"/>
                </a:cubicBezTo>
                <a:cubicBezTo>
                  <a:pt x="1364750" y="1059240"/>
                  <a:pt x="1059240" y="1364750"/>
                  <a:pt x="682375" y="1364750"/>
                </a:cubicBezTo>
                <a:cubicBezTo>
                  <a:pt x="305510" y="1364750"/>
                  <a:pt x="0" y="1059240"/>
                  <a:pt x="0" y="682375"/>
                </a:cubicBezTo>
                <a:cubicBezTo>
                  <a:pt x="0" y="305510"/>
                  <a:pt x="305510" y="0"/>
                  <a:pt x="682375" y="0"/>
                </a:cubicBezTo>
                <a:close/>
              </a:path>
            </a:pathLst>
          </a:cu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28683429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bout Us 1">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D87BFF96-783D-4815-AC98-24BBE626F117}"/>
              </a:ext>
            </a:extLst>
          </p:cNvPr>
          <p:cNvSpPr>
            <a:spLocks noGrp="1"/>
          </p:cNvSpPr>
          <p:nvPr>
            <p:ph type="pic" sz="quarter" idx="12"/>
          </p:nvPr>
        </p:nvSpPr>
        <p:spPr>
          <a:xfrm>
            <a:off x="4914898" y="-12493"/>
            <a:ext cx="7277101" cy="6870493"/>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5" name="Title 5">
            <a:extLst>
              <a:ext uri="{FF2B5EF4-FFF2-40B4-BE49-F238E27FC236}">
                <a16:creationId xmlns:a16="http://schemas.microsoft.com/office/drawing/2014/main" id="{47917090-366A-76E9-7999-38EFD1C627E1}"/>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14305822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out us 2">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51BF190C-8167-8441-41CB-CE9BD65FEEF6}"/>
              </a:ext>
            </a:extLst>
          </p:cNvPr>
          <p:cNvSpPr>
            <a:spLocks noGrp="1"/>
          </p:cNvSpPr>
          <p:nvPr>
            <p:ph type="pic" sz="quarter" idx="13"/>
          </p:nvPr>
        </p:nvSpPr>
        <p:spPr>
          <a:xfrm>
            <a:off x="6791324" y="2725419"/>
            <a:ext cx="4019549" cy="354838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79E9D017-6B15-498D-3AE9-D9A7C0E0E8FC}"/>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110560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Layout">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98C06E91-68B5-C33A-F5AC-DE80D7424F47}"/>
              </a:ext>
            </a:extLst>
          </p:cNvPr>
          <p:cNvSpPr>
            <a:spLocks noGrp="1"/>
          </p:cNvSpPr>
          <p:nvPr>
            <p:ph type="pic" sz="quarter" idx="13"/>
          </p:nvPr>
        </p:nvSpPr>
        <p:spPr>
          <a:xfrm>
            <a:off x="8100060" y="0"/>
            <a:ext cx="409194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4" name="Title 5">
            <a:extLst>
              <a:ext uri="{FF2B5EF4-FFF2-40B4-BE49-F238E27FC236}">
                <a16:creationId xmlns:a16="http://schemas.microsoft.com/office/drawing/2014/main" id="{23F71D0D-1D0C-1911-8156-769E294598AC}"/>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1422038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Image Layout">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959129A1-44C4-09BE-1CEB-890E758A74E7}"/>
              </a:ext>
            </a:extLst>
          </p:cNvPr>
          <p:cNvSpPr>
            <a:spLocks noGrp="1"/>
          </p:cNvSpPr>
          <p:nvPr>
            <p:ph type="pic" sz="quarter" idx="13"/>
          </p:nvPr>
        </p:nvSpPr>
        <p:spPr>
          <a:xfrm>
            <a:off x="-5716" y="2420619"/>
            <a:ext cx="4844416" cy="255600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5" name="Picture Placeholder 8">
            <a:extLst>
              <a:ext uri="{FF2B5EF4-FFF2-40B4-BE49-F238E27FC236}">
                <a16:creationId xmlns:a16="http://schemas.microsoft.com/office/drawing/2014/main" id="{292BC476-920F-84ED-08D0-B013030B0B0C}"/>
              </a:ext>
            </a:extLst>
          </p:cNvPr>
          <p:cNvSpPr>
            <a:spLocks noGrp="1"/>
          </p:cNvSpPr>
          <p:nvPr>
            <p:ph type="pic" sz="quarter" idx="14"/>
          </p:nvPr>
        </p:nvSpPr>
        <p:spPr>
          <a:xfrm>
            <a:off x="4945380" y="2420619"/>
            <a:ext cx="7246620" cy="255600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9B75B5DB-E0F6-660E-8C2D-8C5A5896F584}"/>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20688990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What we do">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84485D48-B9FB-4ECF-B2D2-170A5BAA92DA}"/>
              </a:ext>
            </a:extLst>
          </p:cNvPr>
          <p:cNvSpPr>
            <a:spLocks noGrp="1"/>
          </p:cNvSpPr>
          <p:nvPr>
            <p:ph type="pic" sz="quarter" idx="13"/>
          </p:nvPr>
        </p:nvSpPr>
        <p:spPr>
          <a:xfrm>
            <a:off x="2643634" y="3027378"/>
            <a:ext cx="3086353" cy="2939081"/>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6B1A57E5-6EAB-BF9A-E432-210400EC63A0}"/>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3436679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ny Overview 1">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AAB994F0-73E8-2A01-C976-3843D01524D0}"/>
              </a:ext>
            </a:extLst>
          </p:cNvPr>
          <p:cNvSpPr>
            <a:spLocks noGrp="1"/>
          </p:cNvSpPr>
          <p:nvPr>
            <p:ph type="pic" sz="quarter" idx="13"/>
          </p:nvPr>
        </p:nvSpPr>
        <p:spPr>
          <a:xfrm>
            <a:off x="3026533" y="3876541"/>
            <a:ext cx="2007361" cy="2397259"/>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5" name="Picture Placeholder 8">
            <a:extLst>
              <a:ext uri="{FF2B5EF4-FFF2-40B4-BE49-F238E27FC236}">
                <a16:creationId xmlns:a16="http://schemas.microsoft.com/office/drawing/2014/main" id="{027E270C-60C4-B5F5-0CD4-1A35BC4862D2}"/>
              </a:ext>
            </a:extLst>
          </p:cNvPr>
          <p:cNvSpPr>
            <a:spLocks noGrp="1"/>
          </p:cNvSpPr>
          <p:nvPr>
            <p:ph type="pic" sz="quarter" idx="14"/>
          </p:nvPr>
        </p:nvSpPr>
        <p:spPr>
          <a:xfrm>
            <a:off x="6096000" y="13419"/>
            <a:ext cx="6096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AB7D268E-4C4E-FD24-C62F-CECD1C8CE52A}"/>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29497753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ny Overview 2">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440867C7-14DD-4827-AC97-FC8CBE23D3C8}"/>
              </a:ext>
            </a:extLst>
          </p:cNvPr>
          <p:cNvSpPr>
            <a:spLocks noGrp="1"/>
          </p:cNvSpPr>
          <p:nvPr>
            <p:ph type="pic" sz="quarter" idx="13"/>
          </p:nvPr>
        </p:nvSpPr>
        <p:spPr>
          <a:xfrm>
            <a:off x="7096827" y="1125539"/>
            <a:ext cx="4075998" cy="5148262"/>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7E8D879E-1D99-02D2-4F8E-A4476BE9F605}"/>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40153394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ny Overview 3">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1FA3B190-1737-41A2-B234-95FCB40381B4}"/>
              </a:ext>
            </a:extLst>
          </p:cNvPr>
          <p:cNvSpPr>
            <a:spLocks noGrp="1"/>
          </p:cNvSpPr>
          <p:nvPr>
            <p:ph type="pic" sz="quarter" idx="13"/>
          </p:nvPr>
        </p:nvSpPr>
        <p:spPr>
          <a:xfrm>
            <a:off x="3621405" y="3429000"/>
            <a:ext cx="2316480" cy="284480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6013E0C5-0179-0E54-D283-29E9D2ED9CD6}"/>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4009965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ur objective 1">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57E9CE89-2D08-E47C-682E-8A067E1CA229}"/>
              </a:ext>
            </a:extLst>
          </p:cNvPr>
          <p:cNvSpPr>
            <a:spLocks noGrp="1"/>
          </p:cNvSpPr>
          <p:nvPr>
            <p:ph type="pic" sz="quarter" idx="14"/>
          </p:nvPr>
        </p:nvSpPr>
        <p:spPr>
          <a:xfrm>
            <a:off x="1019174" y="1125538"/>
            <a:ext cx="4512943" cy="514826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42761700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ur objective 2">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09F608D1-34E0-E588-09D8-3C4C22ACF84C}"/>
              </a:ext>
            </a:extLst>
          </p:cNvPr>
          <p:cNvSpPr>
            <a:spLocks noGrp="1"/>
          </p:cNvSpPr>
          <p:nvPr>
            <p:ph type="pic" sz="quarter" idx="14"/>
          </p:nvPr>
        </p:nvSpPr>
        <p:spPr>
          <a:xfrm>
            <a:off x="6715125" y="3699669"/>
            <a:ext cx="4038600" cy="2574131"/>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7" name="Picture Placeholder 8">
            <a:extLst>
              <a:ext uri="{FF2B5EF4-FFF2-40B4-BE49-F238E27FC236}">
                <a16:creationId xmlns:a16="http://schemas.microsoft.com/office/drawing/2014/main" id="{57C3F53A-75D4-4B98-FE12-089554BEA126}"/>
              </a:ext>
            </a:extLst>
          </p:cNvPr>
          <p:cNvSpPr>
            <a:spLocks noGrp="1"/>
          </p:cNvSpPr>
          <p:nvPr>
            <p:ph type="pic" sz="quarter" idx="15"/>
          </p:nvPr>
        </p:nvSpPr>
        <p:spPr>
          <a:xfrm>
            <a:off x="6715125" y="1125538"/>
            <a:ext cx="4038600" cy="2574131"/>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2BA85FC3-CA23-37CF-B626-7DBF4A3A5B6D}"/>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6542412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ny vision 1">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E667768-D2F8-F4D9-0C3C-DABE4CF46630}"/>
              </a:ext>
            </a:extLst>
          </p:cNvPr>
          <p:cNvSpPr>
            <a:spLocks noGrp="1"/>
          </p:cNvSpPr>
          <p:nvPr>
            <p:ph type="pic" sz="quarter" idx="14"/>
          </p:nvPr>
        </p:nvSpPr>
        <p:spPr>
          <a:xfrm>
            <a:off x="1019174" y="2165194"/>
            <a:ext cx="4876799" cy="4108606"/>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78C95EC9-DCEC-D749-06F3-2E5309F4DACA}"/>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24929912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mpany vision 2">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57E9CE89-2D08-E47C-682E-8A067E1CA229}"/>
              </a:ext>
            </a:extLst>
          </p:cNvPr>
          <p:cNvSpPr>
            <a:spLocks noGrp="1"/>
          </p:cNvSpPr>
          <p:nvPr>
            <p:ph type="pic" sz="quarter" idx="14"/>
          </p:nvPr>
        </p:nvSpPr>
        <p:spPr>
          <a:xfrm>
            <a:off x="3625215" y="1125538"/>
            <a:ext cx="2470785" cy="500094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5" name="Picture Placeholder 8">
            <a:extLst>
              <a:ext uri="{FF2B5EF4-FFF2-40B4-BE49-F238E27FC236}">
                <a16:creationId xmlns:a16="http://schemas.microsoft.com/office/drawing/2014/main" id="{3EE4005E-51C5-6FB6-0722-0A072561DD49}"/>
              </a:ext>
            </a:extLst>
          </p:cNvPr>
          <p:cNvSpPr>
            <a:spLocks noGrp="1"/>
          </p:cNvSpPr>
          <p:nvPr>
            <p:ph type="pic" sz="quarter" idx="15"/>
          </p:nvPr>
        </p:nvSpPr>
        <p:spPr>
          <a:xfrm>
            <a:off x="1019175" y="1125538"/>
            <a:ext cx="2470785" cy="5000942"/>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2322907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ny Values">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EC011761-5AB3-5FBD-10A7-EB4E4F1A314E}"/>
              </a:ext>
            </a:extLst>
          </p:cNvPr>
          <p:cNvSpPr>
            <a:spLocks noGrp="1"/>
          </p:cNvSpPr>
          <p:nvPr>
            <p:ph type="pic" sz="quarter" idx="14"/>
          </p:nvPr>
        </p:nvSpPr>
        <p:spPr>
          <a:xfrm>
            <a:off x="6096001" y="0"/>
            <a:ext cx="6096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C3CF10D1-6270-60BA-9484-338E9E9CC80F}"/>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9476024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goals">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24BE5-A9B2-93DE-6028-4B7840D5DE64}"/>
              </a:ext>
            </a:extLst>
          </p:cNvPr>
          <p:cNvSpPr>
            <a:spLocks noGrp="1"/>
          </p:cNvSpPr>
          <p:nvPr>
            <p:ph type="pic" sz="quarter" idx="14"/>
          </p:nvPr>
        </p:nvSpPr>
        <p:spPr>
          <a:xfrm>
            <a:off x="3619586" y="1320973"/>
            <a:ext cx="4952827" cy="4952827"/>
          </a:xfrm>
          <a:custGeom>
            <a:avLst/>
            <a:gdLst>
              <a:gd name="connsiteX0" fmla="*/ 2438400 w 4876800"/>
              <a:gd name="connsiteY0" fmla="*/ 0 h 4876800"/>
              <a:gd name="connsiteX1" fmla="*/ 4876800 w 4876800"/>
              <a:gd name="connsiteY1" fmla="*/ 2438400 h 4876800"/>
              <a:gd name="connsiteX2" fmla="*/ 2438400 w 4876800"/>
              <a:gd name="connsiteY2" fmla="*/ 4876800 h 4876800"/>
              <a:gd name="connsiteX3" fmla="*/ 0 w 4876800"/>
              <a:gd name="connsiteY3" fmla="*/ 2438400 h 4876800"/>
              <a:gd name="connsiteX4" fmla="*/ 2438400 w 4876800"/>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4876800">
                <a:moveTo>
                  <a:pt x="2438400" y="0"/>
                </a:moveTo>
                <a:cubicBezTo>
                  <a:pt x="3785091" y="0"/>
                  <a:pt x="4876800" y="1091709"/>
                  <a:pt x="4876800" y="2438400"/>
                </a:cubicBezTo>
                <a:cubicBezTo>
                  <a:pt x="4876800" y="3785091"/>
                  <a:pt x="3785091" y="4876800"/>
                  <a:pt x="2438400" y="4876800"/>
                </a:cubicBezTo>
                <a:cubicBezTo>
                  <a:pt x="1091709" y="4876800"/>
                  <a:pt x="0" y="3785091"/>
                  <a:pt x="0" y="2438400"/>
                </a:cubicBezTo>
                <a:cubicBezTo>
                  <a:pt x="0" y="1091709"/>
                  <a:pt x="1091709" y="0"/>
                  <a:pt x="2438400" y="0"/>
                </a:cubicBezTo>
                <a:close/>
              </a:path>
            </a:pathLst>
          </a:cu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4" name="Title 5">
            <a:extLst>
              <a:ext uri="{FF2B5EF4-FFF2-40B4-BE49-F238E27FC236}">
                <a16:creationId xmlns:a16="http://schemas.microsoft.com/office/drawing/2014/main" id="{934EFD59-167B-9504-F00C-795B1DF59BBC}"/>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12031514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ick Facts">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592060C1-4310-525A-C0C0-1C9D2EB5E854}"/>
              </a:ext>
            </a:extLst>
          </p:cNvPr>
          <p:cNvSpPr>
            <a:spLocks noGrp="1"/>
          </p:cNvSpPr>
          <p:nvPr>
            <p:ph type="pic" sz="quarter" idx="14"/>
          </p:nvPr>
        </p:nvSpPr>
        <p:spPr>
          <a:xfrm>
            <a:off x="6728459" y="0"/>
            <a:ext cx="5463541"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4" name="Title 5">
            <a:extLst>
              <a:ext uri="{FF2B5EF4-FFF2-40B4-BE49-F238E27FC236}">
                <a16:creationId xmlns:a16="http://schemas.microsoft.com/office/drawing/2014/main" id="{84C0EBC6-A222-E015-9CCB-1308A2EFA18E}"/>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61635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ur Services 1">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8024F345-372C-45CF-B808-4A5C8B65463A}"/>
              </a:ext>
            </a:extLst>
          </p:cNvPr>
          <p:cNvSpPr>
            <a:spLocks noGrp="1"/>
          </p:cNvSpPr>
          <p:nvPr>
            <p:ph type="pic" sz="quarter" idx="12"/>
          </p:nvPr>
        </p:nvSpPr>
        <p:spPr>
          <a:xfrm>
            <a:off x="7267575" y="1125539"/>
            <a:ext cx="3905250" cy="230346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5BB76125-0951-440B-FF82-D41DD135B562}"/>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21445502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ur Service 2">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F8E270DE-8563-E7FE-8799-2D717C4A25DA}"/>
              </a:ext>
            </a:extLst>
          </p:cNvPr>
          <p:cNvSpPr>
            <a:spLocks noGrp="1"/>
          </p:cNvSpPr>
          <p:nvPr>
            <p:ph type="pic" sz="quarter" idx="15"/>
          </p:nvPr>
        </p:nvSpPr>
        <p:spPr>
          <a:xfrm>
            <a:off x="1019175" y="3569664"/>
            <a:ext cx="4371974" cy="253880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E5F53ABD-496B-B946-C7D9-8FB86069AB08}"/>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23051412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stominials 1">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5899497A-2AF4-E96A-38A1-D9847D0A284E}"/>
              </a:ext>
            </a:extLst>
          </p:cNvPr>
          <p:cNvSpPr>
            <a:spLocks noGrp="1"/>
          </p:cNvSpPr>
          <p:nvPr>
            <p:ph type="pic" sz="quarter" idx="13"/>
          </p:nvPr>
        </p:nvSpPr>
        <p:spPr>
          <a:xfrm>
            <a:off x="6697978" y="1583798"/>
            <a:ext cx="4474845" cy="4690001"/>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2" name="Title 5">
            <a:extLst>
              <a:ext uri="{FF2B5EF4-FFF2-40B4-BE49-F238E27FC236}">
                <a16:creationId xmlns:a16="http://schemas.microsoft.com/office/drawing/2014/main" id="{D783E24C-EABA-E005-81EF-D4340491F82C}"/>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24323761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rget market 2">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57E9CE89-2D08-E47C-682E-8A067E1CA229}"/>
              </a:ext>
            </a:extLst>
          </p:cNvPr>
          <p:cNvSpPr>
            <a:spLocks noGrp="1"/>
          </p:cNvSpPr>
          <p:nvPr>
            <p:ph type="pic" sz="quarter" idx="14"/>
          </p:nvPr>
        </p:nvSpPr>
        <p:spPr>
          <a:xfrm>
            <a:off x="1" y="0"/>
            <a:ext cx="12192000" cy="333375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1914066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Market Validation">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98B6D8FB-44A4-4DC7-A595-976EC6F4706A}"/>
              </a:ext>
            </a:extLst>
          </p:cNvPr>
          <p:cNvSpPr>
            <a:spLocks noGrp="1"/>
          </p:cNvSpPr>
          <p:nvPr>
            <p:ph type="pic" sz="quarter" idx="13"/>
          </p:nvPr>
        </p:nvSpPr>
        <p:spPr>
          <a:xfrm>
            <a:off x="5838825" y="0"/>
            <a:ext cx="6353176"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6" name="Title 5"/>
          <p:cNvSpPr>
            <a:spLocks noGrp="1"/>
          </p:cNvSpPr>
          <p:nvPr>
            <p:ph type="title"/>
          </p:nvPr>
        </p:nvSpPr>
        <p:spPr>
          <a:xfrm>
            <a:off x="1019175" y="946702"/>
            <a:ext cx="9152697" cy="637097"/>
          </a:xfrm>
        </p:spPr>
        <p:txBody>
          <a:bodyPr>
            <a:spAutoFit/>
          </a:bodyPr>
          <a:lstStyle/>
          <a:p>
            <a:r>
              <a:rPr lang="en-US"/>
              <a:t>Click to edit Master title style</a:t>
            </a:r>
          </a:p>
        </p:txBody>
      </p:sp>
    </p:spTree>
    <p:extLst>
      <p:ext uri="{BB962C8B-B14F-4D97-AF65-F5344CB8AC3E}">
        <p14:creationId xmlns:p14="http://schemas.microsoft.com/office/powerpoint/2010/main" val="34822601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ales strategy">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03A37E0D-081F-8D7F-8E31-46AED32503AB}"/>
              </a:ext>
            </a:extLst>
          </p:cNvPr>
          <p:cNvSpPr>
            <a:spLocks noGrp="1"/>
          </p:cNvSpPr>
          <p:nvPr>
            <p:ph type="pic" sz="quarter" idx="27"/>
          </p:nvPr>
        </p:nvSpPr>
        <p:spPr>
          <a:xfrm>
            <a:off x="4343630" y="2239094"/>
            <a:ext cx="3595754" cy="3595754"/>
          </a:xfrm>
          <a:custGeom>
            <a:avLst/>
            <a:gdLst>
              <a:gd name="connsiteX0" fmla="*/ 2438400 w 4876800"/>
              <a:gd name="connsiteY0" fmla="*/ 0 h 4876800"/>
              <a:gd name="connsiteX1" fmla="*/ 4876800 w 4876800"/>
              <a:gd name="connsiteY1" fmla="*/ 2438400 h 4876800"/>
              <a:gd name="connsiteX2" fmla="*/ 2438400 w 4876800"/>
              <a:gd name="connsiteY2" fmla="*/ 4876800 h 4876800"/>
              <a:gd name="connsiteX3" fmla="*/ 0 w 4876800"/>
              <a:gd name="connsiteY3" fmla="*/ 2438400 h 4876800"/>
              <a:gd name="connsiteX4" fmla="*/ 2438400 w 4876800"/>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4876800">
                <a:moveTo>
                  <a:pt x="2438400" y="0"/>
                </a:moveTo>
                <a:cubicBezTo>
                  <a:pt x="3785091" y="0"/>
                  <a:pt x="4876800" y="1091709"/>
                  <a:pt x="4876800" y="2438400"/>
                </a:cubicBezTo>
                <a:cubicBezTo>
                  <a:pt x="4876800" y="3785091"/>
                  <a:pt x="3785091" y="4876800"/>
                  <a:pt x="2438400" y="4876800"/>
                </a:cubicBezTo>
                <a:cubicBezTo>
                  <a:pt x="1091709" y="4876800"/>
                  <a:pt x="0" y="3785091"/>
                  <a:pt x="0" y="2438400"/>
                </a:cubicBezTo>
                <a:cubicBezTo>
                  <a:pt x="0" y="1091709"/>
                  <a:pt x="1091709" y="0"/>
                  <a:pt x="2438400" y="0"/>
                </a:cubicBezTo>
                <a:close/>
              </a:path>
            </a:pathLst>
          </a:cu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400">
                <a:solidFill>
                  <a:schemeClr val="tx1"/>
                </a:solidFill>
              </a:defRPr>
            </a:lvl1pPr>
          </a:lstStyle>
          <a:p>
            <a:endParaRPr lang="en-US"/>
          </a:p>
        </p:txBody>
      </p:sp>
      <p:sp>
        <p:nvSpPr>
          <p:cNvPr id="2" name="Title 5">
            <a:extLst>
              <a:ext uri="{FF2B5EF4-FFF2-40B4-BE49-F238E27FC236}">
                <a16:creationId xmlns:a16="http://schemas.microsoft.com/office/drawing/2014/main" id="{A6929A2A-782E-5B77-EB61-74458D90D67A}"/>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15787665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4575CEAF-64EC-4921-BE9D-8B16601BC6BE}"/>
              </a:ext>
            </a:extLst>
          </p:cNvPr>
          <p:cNvSpPr>
            <a:spLocks noGrp="1"/>
          </p:cNvSpPr>
          <p:nvPr>
            <p:ph type="pic" sz="quarter" idx="12"/>
          </p:nvPr>
        </p:nvSpPr>
        <p:spPr>
          <a:xfrm>
            <a:off x="1019175" y="2582930"/>
            <a:ext cx="2126735" cy="2126735"/>
          </a:xfrm>
          <a:custGeom>
            <a:avLst/>
            <a:gdLst>
              <a:gd name="connsiteX0" fmla="*/ 2438400 w 4876800"/>
              <a:gd name="connsiteY0" fmla="*/ 0 h 4876800"/>
              <a:gd name="connsiteX1" fmla="*/ 4876800 w 4876800"/>
              <a:gd name="connsiteY1" fmla="*/ 2438400 h 4876800"/>
              <a:gd name="connsiteX2" fmla="*/ 2438400 w 4876800"/>
              <a:gd name="connsiteY2" fmla="*/ 4876800 h 4876800"/>
              <a:gd name="connsiteX3" fmla="*/ 0 w 4876800"/>
              <a:gd name="connsiteY3" fmla="*/ 2438400 h 4876800"/>
              <a:gd name="connsiteX4" fmla="*/ 2438400 w 4876800"/>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4876800">
                <a:moveTo>
                  <a:pt x="2438400" y="0"/>
                </a:moveTo>
                <a:cubicBezTo>
                  <a:pt x="3785091" y="0"/>
                  <a:pt x="4876800" y="1091709"/>
                  <a:pt x="4876800" y="2438400"/>
                </a:cubicBezTo>
                <a:cubicBezTo>
                  <a:pt x="4876800" y="3785091"/>
                  <a:pt x="3785091" y="4876800"/>
                  <a:pt x="2438400" y="4876800"/>
                </a:cubicBezTo>
                <a:cubicBezTo>
                  <a:pt x="1091709" y="4876800"/>
                  <a:pt x="0" y="3785091"/>
                  <a:pt x="0" y="2438400"/>
                </a:cubicBezTo>
                <a:cubicBezTo>
                  <a:pt x="0" y="1091709"/>
                  <a:pt x="1091709" y="0"/>
                  <a:pt x="2438400" y="0"/>
                </a:cubicBezTo>
                <a:close/>
              </a:path>
            </a:pathLst>
          </a:cu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4" name="Picture Placeholder 3">
            <a:extLst>
              <a:ext uri="{FF2B5EF4-FFF2-40B4-BE49-F238E27FC236}">
                <a16:creationId xmlns:a16="http://schemas.microsoft.com/office/drawing/2014/main" id="{FA36DF1E-4BF9-4F1A-9E04-224E4390594B}"/>
              </a:ext>
            </a:extLst>
          </p:cNvPr>
          <p:cNvSpPr>
            <a:spLocks noGrp="1"/>
          </p:cNvSpPr>
          <p:nvPr>
            <p:ph type="pic" sz="quarter" idx="13"/>
          </p:nvPr>
        </p:nvSpPr>
        <p:spPr>
          <a:xfrm>
            <a:off x="3676308" y="2582930"/>
            <a:ext cx="2126735" cy="2126735"/>
          </a:xfrm>
          <a:custGeom>
            <a:avLst/>
            <a:gdLst>
              <a:gd name="connsiteX0" fmla="*/ 2438400 w 4876800"/>
              <a:gd name="connsiteY0" fmla="*/ 0 h 4876800"/>
              <a:gd name="connsiteX1" fmla="*/ 4876800 w 4876800"/>
              <a:gd name="connsiteY1" fmla="*/ 2438400 h 4876800"/>
              <a:gd name="connsiteX2" fmla="*/ 2438400 w 4876800"/>
              <a:gd name="connsiteY2" fmla="*/ 4876800 h 4876800"/>
              <a:gd name="connsiteX3" fmla="*/ 0 w 4876800"/>
              <a:gd name="connsiteY3" fmla="*/ 2438400 h 4876800"/>
              <a:gd name="connsiteX4" fmla="*/ 2438400 w 4876800"/>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4876800">
                <a:moveTo>
                  <a:pt x="2438400" y="0"/>
                </a:moveTo>
                <a:cubicBezTo>
                  <a:pt x="3785091" y="0"/>
                  <a:pt x="4876800" y="1091709"/>
                  <a:pt x="4876800" y="2438400"/>
                </a:cubicBezTo>
                <a:cubicBezTo>
                  <a:pt x="4876800" y="3785091"/>
                  <a:pt x="3785091" y="4876800"/>
                  <a:pt x="2438400" y="4876800"/>
                </a:cubicBezTo>
                <a:cubicBezTo>
                  <a:pt x="1091709" y="4876800"/>
                  <a:pt x="0" y="3785091"/>
                  <a:pt x="0" y="2438400"/>
                </a:cubicBezTo>
                <a:cubicBezTo>
                  <a:pt x="0" y="1091709"/>
                  <a:pt x="1091709" y="0"/>
                  <a:pt x="2438400" y="0"/>
                </a:cubicBezTo>
                <a:close/>
              </a:path>
            </a:pathLst>
          </a:cu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5" name="Picture Placeholder 3">
            <a:extLst>
              <a:ext uri="{FF2B5EF4-FFF2-40B4-BE49-F238E27FC236}">
                <a16:creationId xmlns:a16="http://schemas.microsoft.com/office/drawing/2014/main" id="{4FB14DC1-43DE-467F-BBAA-FAF5D32101B5}"/>
              </a:ext>
            </a:extLst>
          </p:cNvPr>
          <p:cNvSpPr>
            <a:spLocks noGrp="1"/>
          </p:cNvSpPr>
          <p:nvPr>
            <p:ph type="pic" sz="quarter" idx="14"/>
          </p:nvPr>
        </p:nvSpPr>
        <p:spPr>
          <a:xfrm>
            <a:off x="6365866" y="2582930"/>
            <a:ext cx="2126735" cy="2126735"/>
          </a:xfrm>
          <a:custGeom>
            <a:avLst/>
            <a:gdLst>
              <a:gd name="connsiteX0" fmla="*/ 2438400 w 4876800"/>
              <a:gd name="connsiteY0" fmla="*/ 0 h 4876800"/>
              <a:gd name="connsiteX1" fmla="*/ 4876800 w 4876800"/>
              <a:gd name="connsiteY1" fmla="*/ 2438400 h 4876800"/>
              <a:gd name="connsiteX2" fmla="*/ 2438400 w 4876800"/>
              <a:gd name="connsiteY2" fmla="*/ 4876800 h 4876800"/>
              <a:gd name="connsiteX3" fmla="*/ 0 w 4876800"/>
              <a:gd name="connsiteY3" fmla="*/ 2438400 h 4876800"/>
              <a:gd name="connsiteX4" fmla="*/ 2438400 w 4876800"/>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4876800">
                <a:moveTo>
                  <a:pt x="2438400" y="0"/>
                </a:moveTo>
                <a:cubicBezTo>
                  <a:pt x="3785091" y="0"/>
                  <a:pt x="4876800" y="1091709"/>
                  <a:pt x="4876800" y="2438400"/>
                </a:cubicBezTo>
                <a:cubicBezTo>
                  <a:pt x="4876800" y="3785091"/>
                  <a:pt x="3785091" y="4876800"/>
                  <a:pt x="2438400" y="4876800"/>
                </a:cubicBezTo>
                <a:cubicBezTo>
                  <a:pt x="1091709" y="4876800"/>
                  <a:pt x="0" y="3785091"/>
                  <a:pt x="0" y="2438400"/>
                </a:cubicBezTo>
                <a:cubicBezTo>
                  <a:pt x="0" y="1091709"/>
                  <a:pt x="1091709" y="0"/>
                  <a:pt x="2438400" y="0"/>
                </a:cubicBezTo>
                <a:close/>
              </a:path>
            </a:pathLst>
          </a:cu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7" name="Picture Placeholder 3">
            <a:extLst>
              <a:ext uri="{FF2B5EF4-FFF2-40B4-BE49-F238E27FC236}">
                <a16:creationId xmlns:a16="http://schemas.microsoft.com/office/drawing/2014/main" id="{09D3D239-C5AA-4DF1-BD02-038D57F230B6}"/>
              </a:ext>
            </a:extLst>
          </p:cNvPr>
          <p:cNvSpPr>
            <a:spLocks noGrp="1"/>
          </p:cNvSpPr>
          <p:nvPr>
            <p:ph type="pic" sz="quarter" idx="15"/>
          </p:nvPr>
        </p:nvSpPr>
        <p:spPr>
          <a:xfrm>
            <a:off x="9046090" y="2582930"/>
            <a:ext cx="2126735" cy="2126735"/>
          </a:xfrm>
          <a:custGeom>
            <a:avLst/>
            <a:gdLst>
              <a:gd name="connsiteX0" fmla="*/ 2438400 w 4876800"/>
              <a:gd name="connsiteY0" fmla="*/ 0 h 4876800"/>
              <a:gd name="connsiteX1" fmla="*/ 4876800 w 4876800"/>
              <a:gd name="connsiteY1" fmla="*/ 2438400 h 4876800"/>
              <a:gd name="connsiteX2" fmla="*/ 2438400 w 4876800"/>
              <a:gd name="connsiteY2" fmla="*/ 4876800 h 4876800"/>
              <a:gd name="connsiteX3" fmla="*/ 0 w 4876800"/>
              <a:gd name="connsiteY3" fmla="*/ 2438400 h 4876800"/>
              <a:gd name="connsiteX4" fmla="*/ 2438400 w 4876800"/>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4876800">
                <a:moveTo>
                  <a:pt x="2438400" y="0"/>
                </a:moveTo>
                <a:cubicBezTo>
                  <a:pt x="3785091" y="0"/>
                  <a:pt x="4876800" y="1091709"/>
                  <a:pt x="4876800" y="2438400"/>
                </a:cubicBezTo>
                <a:cubicBezTo>
                  <a:pt x="4876800" y="3785091"/>
                  <a:pt x="3785091" y="4876800"/>
                  <a:pt x="2438400" y="4876800"/>
                </a:cubicBezTo>
                <a:cubicBezTo>
                  <a:pt x="1091709" y="4876800"/>
                  <a:pt x="0" y="3785091"/>
                  <a:pt x="0" y="2438400"/>
                </a:cubicBezTo>
                <a:cubicBezTo>
                  <a:pt x="0" y="1091709"/>
                  <a:pt x="1091709" y="0"/>
                  <a:pt x="2438400" y="0"/>
                </a:cubicBezTo>
                <a:close/>
              </a:path>
            </a:pathLst>
          </a:cu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2" name="Title 5">
            <a:extLst>
              <a:ext uri="{FF2B5EF4-FFF2-40B4-BE49-F238E27FC236}">
                <a16:creationId xmlns:a16="http://schemas.microsoft.com/office/drawing/2014/main" id="{36C3D090-2802-1846-845C-A7DE120E3930}"/>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6659924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WOT analysis">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9FDA89A5-8BF5-3A27-862E-0E827D1DED98}"/>
              </a:ext>
            </a:extLst>
          </p:cNvPr>
          <p:cNvSpPr>
            <a:spLocks noGrp="1"/>
          </p:cNvSpPr>
          <p:nvPr>
            <p:ph type="pic" sz="quarter" idx="15"/>
          </p:nvPr>
        </p:nvSpPr>
        <p:spPr>
          <a:xfrm>
            <a:off x="561975" y="2061089"/>
            <a:ext cx="3997325" cy="3240437"/>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2" name="Title 5">
            <a:extLst>
              <a:ext uri="{FF2B5EF4-FFF2-40B4-BE49-F238E27FC236}">
                <a16:creationId xmlns:a16="http://schemas.microsoft.com/office/drawing/2014/main" id="{DD8BECF0-0A3B-B112-4400-1E261B34D29D}"/>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1105441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4">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D7E91B67-4CC3-BF97-45BA-3E6889F1A056}"/>
              </a:ext>
            </a:extLst>
          </p:cNvPr>
          <p:cNvSpPr>
            <a:spLocks noGrp="1"/>
          </p:cNvSpPr>
          <p:nvPr>
            <p:ph type="pic" sz="quarter" idx="14"/>
          </p:nvPr>
        </p:nvSpPr>
        <p:spPr>
          <a:xfrm>
            <a:off x="1019175" y="2402448"/>
            <a:ext cx="2477438" cy="3103269"/>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8" name="Picture Placeholder 8">
            <a:extLst>
              <a:ext uri="{FF2B5EF4-FFF2-40B4-BE49-F238E27FC236}">
                <a16:creationId xmlns:a16="http://schemas.microsoft.com/office/drawing/2014/main" id="{BA541D0B-7D6A-C8F9-C764-0763A472E944}"/>
              </a:ext>
            </a:extLst>
          </p:cNvPr>
          <p:cNvSpPr>
            <a:spLocks noGrp="1"/>
          </p:cNvSpPr>
          <p:nvPr>
            <p:ph type="pic" sz="quarter" idx="15"/>
          </p:nvPr>
        </p:nvSpPr>
        <p:spPr>
          <a:xfrm>
            <a:off x="3618562" y="2402448"/>
            <a:ext cx="2477438" cy="3103269"/>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9" name="Picture Placeholder 8">
            <a:extLst>
              <a:ext uri="{FF2B5EF4-FFF2-40B4-BE49-F238E27FC236}">
                <a16:creationId xmlns:a16="http://schemas.microsoft.com/office/drawing/2014/main" id="{3A326C72-DB6C-8709-9C22-7E2142DCF446}"/>
              </a:ext>
            </a:extLst>
          </p:cNvPr>
          <p:cNvSpPr>
            <a:spLocks noGrp="1"/>
          </p:cNvSpPr>
          <p:nvPr>
            <p:ph type="pic" sz="quarter" idx="16"/>
          </p:nvPr>
        </p:nvSpPr>
        <p:spPr>
          <a:xfrm>
            <a:off x="6217947" y="2402448"/>
            <a:ext cx="2477438" cy="3103269"/>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10" name="Picture Placeholder 8">
            <a:extLst>
              <a:ext uri="{FF2B5EF4-FFF2-40B4-BE49-F238E27FC236}">
                <a16:creationId xmlns:a16="http://schemas.microsoft.com/office/drawing/2014/main" id="{E94A7F11-3982-A36B-6C1C-26A71CBC5EF9}"/>
              </a:ext>
            </a:extLst>
          </p:cNvPr>
          <p:cNvSpPr>
            <a:spLocks noGrp="1"/>
          </p:cNvSpPr>
          <p:nvPr>
            <p:ph type="pic" sz="quarter" idx="17"/>
          </p:nvPr>
        </p:nvSpPr>
        <p:spPr>
          <a:xfrm>
            <a:off x="8817334" y="2402448"/>
            <a:ext cx="2477438" cy="3103269"/>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2" name="Title 5">
            <a:extLst>
              <a:ext uri="{FF2B5EF4-FFF2-40B4-BE49-F238E27FC236}">
                <a16:creationId xmlns:a16="http://schemas.microsoft.com/office/drawing/2014/main" id="{FFF9374A-1957-D625-091C-343CB9B1E671}"/>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2729823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9">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8A9C4521-2905-7B3A-0B60-9876CC147151}"/>
              </a:ext>
            </a:extLst>
          </p:cNvPr>
          <p:cNvSpPr>
            <a:spLocks noGrp="1"/>
          </p:cNvSpPr>
          <p:nvPr>
            <p:ph type="pic" sz="quarter" idx="14"/>
          </p:nvPr>
        </p:nvSpPr>
        <p:spPr>
          <a:xfrm>
            <a:off x="5683250" y="978453"/>
            <a:ext cx="2159000" cy="12440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8" name="Picture Placeholder 8">
            <a:extLst>
              <a:ext uri="{FF2B5EF4-FFF2-40B4-BE49-F238E27FC236}">
                <a16:creationId xmlns:a16="http://schemas.microsoft.com/office/drawing/2014/main" id="{3AE43ADE-596A-D15A-4018-F08B0C961B34}"/>
              </a:ext>
            </a:extLst>
          </p:cNvPr>
          <p:cNvSpPr>
            <a:spLocks noGrp="1"/>
          </p:cNvSpPr>
          <p:nvPr>
            <p:ph type="pic" sz="quarter" idx="15"/>
          </p:nvPr>
        </p:nvSpPr>
        <p:spPr>
          <a:xfrm>
            <a:off x="5683250" y="2351675"/>
            <a:ext cx="2159000" cy="12440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9" name="Picture Placeholder 8">
            <a:extLst>
              <a:ext uri="{FF2B5EF4-FFF2-40B4-BE49-F238E27FC236}">
                <a16:creationId xmlns:a16="http://schemas.microsoft.com/office/drawing/2014/main" id="{A3A78BB0-D088-2562-CEE8-3F913BE69759}"/>
              </a:ext>
            </a:extLst>
          </p:cNvPr>
          <p:cNvSpPr>
            <a:spLocks noGrp="1"/>
          </p:cNvSpPr>
          <p:nvPr>
            <p:ph type="pic" sz="quarter" idx="16"/>
          </p:nvPr>
        </p:nvSpPr>
        <p:spPr>
          <a:xfrm>
            <a:off x="5683250" y="5613952"/>
            <a:ext cx="2159000" cy="12440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10" name="Picture Placeholder 8">
            <a:extLst>
              <a:ext uri="{FF2B5EF4-FFF2-40B4-BE49-F238E27FC236}">
                <a16:creationId xmlns:a16="http://schemas.microsoft.com/office/drawing/2014/main" id="{B3AD24F0-0BB9-E91D-032C-B1946F10FCD4}"/>
              </a:ext>
            </a:extLst>
          </p:cNvPr>
          <p:cNvSpPr>
            <a:spLocks noGrp="1"/>
          </p:cNvSpPr>
          <p:nvPr>
            <p:ph type="pic" sz="quarter" idx="17"/>
          </p:nvPr>
        </p:nvSpPr>
        <p:spPr>
          <a:xfrm>
            <a:off x="5308600" y="3724900"/>
            <a:ext cx="2908300" cy="1759876"/>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A4F6185A-7C3A-46CD-F77E-60BD5E522653}"/>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26620751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10">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618F0427-F500-F271-3D28-D2E201F35D4D}"/>
              </a:ext>
            </a:extLst>
          </p:cNvPr>
          <p:cNvSpPr>
            <a:spLocks noGrp="1"/>
          </p:cNvSpPr>
          <p:nvPr>
            <p:ph type="pic" sz="quarter" idx="15"/>
          </p:nvPr>
        </p:nvSpPr>
        <p:spPr>
          <a:xfrm>
            <a:off x="1386970" y="2781331"/>
            <a:ext cx="1693572" cy="172411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8" name="Picture Placeholder 8">
            <a:extLst>
              <a:ext uri="{FF2B5EF4-FFF2-40B4-BE49-F238E27FC236}">
                <a16:creationId xmlns:a16="http://schemas.microsoft.com/office/drawing/2014/main" id="{6FA13C6C-3911-7D98-FD0C-2BFC5EEA0950}"/>
              </a:ext>
            </a:extLst>
          </p:cNvPr>
          <p:cNvSpPr>
            <a:spLocks noGrp="1"/>
          </p:cNvSpPr>
          <p:nvPr>
            <p:ph type="pic" sz="quarter" idx="16"/>
          </p:nvPr>
        </p:nvSpPr>
        <p:spPr>
          <a:xfrm>
            <a:off x="3944026" y="2781331"/>
            <a:ext cx="1693572" cy="172411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9" name="Picture Placeholder 8">
            <a:extLst>
              <a:ext uri="{FF2B5EF4-FFF2-40B4-BE49-F238E27FC236}">
                <a16:creationId xmlns:a16="http://schemas.microsoft.com/office/drawing/2014/main" id="{B7762471-35B8-F336-1223-D0647DF969E2}"/>
              </a:ext>
            </a:extLst>
          </p:cNvPr>
          <p:cNvSpPr>
            <a:spLocks noGrp="1"/>
          </p:cNvSpPr>
          <p:nvPr>
            <p:ph type="pic" sz="quarter" idx="17"/>
          </p:nvPr>
        </p:nvSpPr>
        <p:spPr>
          <a:xfrm>
            <a:off x="6535641" y="2781331"/>
            <a:ext cx="1693572" cy="172411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10" name="Picture Placeholder 8">
            <a:extLst>
              <a:ext uri="{FF2B5EF4-FFF2-40B4-BE49-F238E27FC236}">
                <a16:creationId xmlns:a16="http://schemas.microsoft.com/office/drawing/2014/main" id="{1BAE8528-34BA-47DB-5B8C-C1842491DEC8}"/>
              </a:ext>
            </a:extLst>
          </p:cNvPr>
          <p:cNvSpPr>
            <a:spLocks noGrp="1"/>
          </p:cNvSpPr>
          <p:nvPr>
            <p:ph type="pic" sz="quarter" idx="18"/>
          </p:nvPr>
        </p:nvSpPr>
        <p:spPr>
          <a:xfrm>
            <a:off x="9127256" y="2781331"/>
            <a:ext cx="1693572" cy="172411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E069EAF8-6656-D719-A86F-36713C265876}"/>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5271793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inancial Facts">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5B865CBF-AEA8-5BED-EA1B-1856F9341FFF}"/>
              </a:ext>
            </a:extLst>
          </p:cNvPr>
          <p:cNvSpPr>
            <a:spLocks noGrp="1"/>
          </p:cNvSpPr>
          <p:nvPr>
            <p:ph type="pic" sz="quarter" idx="15"/>
          </p:nvPr>
        </p:nvSpPr>
        <p:spPr>
          <a:xfrm>
            <a:off x="1019174" y="1688618"/>
            <a:ext cx="3044825" cy="3937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4" name="Title 5">
            <a:extLst>
              <a:ext uri="{FF2B5EF4-FFF2-40B4-BE49-F238E27FC236}">
                <a16:creationId xmlns:a16="http://schemas.microsoft.com/office/drawing/2014/main" id="{3C649B6F-D776-0614-7520-FE305E27ED27}"/>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3588288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vice 11">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5D746BB-FBB2-F1F7-CA60-E494975290C4}"/>
              </a:ext>
            </a:extLst>
          </p:cNvPr>
          <p:cNvSpPr>
            <a:spLocks noGrp="1"/>
          </p:cNvSpPr>
          <p:nvPr>
            <p:ph type="pic" sz="quarter" idx="12"/>
          </p:nvPr>
        </p:nvSpPr>
        <p:spPr>
          <a:xfrm>
            <a:off x="3364254" y="1909349"/>
            <a:ext cx="5494754" cy="3829929"/>
          </a:xfrm>
          <a:custGeom>
            <a:avLst/>
            <a:gdLst>
              <a:gd name="connsiteX0" fmla="*/ 4958712 w 5494754"/>
              <a:gd name="connsiteY0" fmla="*/ 0 h 3829929"/>
              <a:gd name="connsiteX1" fmla="*/ 5415131 w 5494754"/>
              <a:gd name="connsiteY1" fmla="*/ 248 h 3829929"/>
              <a:gd name="connsiteX2" fmla="*/ 5446636 w 5494754"/>
              <a:gd name="connsiteY2" fmla="*/ 3619 h 3829929"/>
              <a:gd name="connsiteX3" fmla="*/ 5494292 w 5494754"/>
              <a:gd name="connsiteY3" fmla="*/ 65962 h 3829929"/>
              <a:gd name="connsiteX4" fmla="*/ 5494488 w 5494754"/>
              <a:gd name="connsiteY4" fmla="*/ 89020 h 3829929"/>
              <a:gd name="connsiteX5" fmla="*/ 5494488 w 5494754"/>
              <a:gd name="connsiteY5" fmla="*/ 1577805 h 3829929"/>
              <a:gd name="connsiteX6" fmla="*/ 5494754 w 5494754"/>
              <a:gd name="connsiteY6" fmla="*/ 2786548 h 3829929"/>
              <a:gd name="connsiteX7" fmla="*/ 5494418 w 5494754"/>
              <a:gd name="connsiteY7" fmla="*/ 3747158 h 3829929"/>
              <a:gd name="connsiteX8" fmla="*/ 5492640 w 5494754"/>
              <a:gd name="connsiteY8" fmla="*/ 3775341 h 3829929"/>
              <a:gd name="connsiteX9" fmla="*/ 5421368 w 5494754"/>
              <a:gd name="connsiteY9" fmla="*/ 3829863 h 3829929"/>
              <a:gd name="connsiteX10" fmla="*/ 4904568 w 5494754"/>
              <a:gd name="connsiteY10" fmla="*/ 3829863 h 3829929"/>
              <a:gd name="connsiteX11" fmla="*/ 2746658 w 5494754"/>
              <a:gd name="connsiteY11" fmla="*/ 3829863 h 3829929"/>
              <a:gd name="connsiteX12" fmla="*/ 2746658 w 5494754"/>
              <a:gd name="connsiteY12" fmla="*/ 3829845 h 3829929"/>
              <a:gd name="connsiteX13" fmla="*/ 82769 w 5494754"/>
              <a:gd name="connsiteY13" fmla="*/ 3829845 h 3829929"/>
              <a:gd name="connsiteX14" fmla="*/ 54570 w 5494754"/>
              <a:gd name="connsiteY14" fmla="*/ 3828071 h 3829929"/>
              <a:gd name="connsiteX15" fmla="*/ 2541 w 5494754"/>
              <a:gd name="connsiteY15" fmla="*/ 3773479 h 3829929"/>
              <a:gd name="connsiteX16" fmla="*/ 427 w 5494754"/>
              <a:gd name="connsiteY16" fmla="*/ 3741766 h 3829929"/>
              <a:gd name="connsiteX17" fmla="*/ 427 w 5494754"/>
              <a:gd name="connsiteY17" fmla="*/ 2256527 h 3829929"/>
              <a:gd name="connsiteX18" fmla="*/ 0 w 5494754"/>
              <a:gd name="connsiteY18" fmla="*/ 1044255 h 3829929"/>
              <a:gd name="connsiteX19" fmla="*/ 533 w 5494754"/>
              <a:gd name="connsiteY19" fmla="*/ 85402 h 3829929"/>
              <a:gd name="connsiteX20" fmla="*/ 2737 w 5494754"/>
              <a:gd name="connsiteY20" fmla="*/ 55462 h 3829929"/>
              <a:gd name="connsiteX21" fmla="*/ 67807 w 5494754"/>
              <a:gd name="connsiteY21" fmla="*/ 231 h 3829929"/>
              <a:gd name="connsiteX22" fmla="*/ 85577 w 5494754"/>
              <a:gd name="connsiteY22" fmla="*/ 106 h 3829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94754" h="3829929">
                <a:moveTo>
                  <a:pt x="4958712" y="0"/>
                </a:moveTo>
                <a:cubicBezTo>
                  <a:pt x="5110851" y="0"/>
                  <a:pt x="5262991" y="84"/>
                  <a:pt x="5415131" y="248"/>
                </a:cubicBezTo>
                <a:cubicBezTo>
                  <a:pt x="5425668" y="248"/>
                  <a:pt x="5436720" y="567"/>
                  <a:pt x="5446636" y="3619"/>
                </a:cubicBezTo>
                <a:cubicBezTo>
                  <a:pt x="5473556" y="11901"/>
                  <a:pt x="5492694" y="37832"/>
                  <a:pt x="5494292" y="65962"/>
                </a:cubicBezTo>
                <a:cubicBezTo>
                  <a:pt x="5494737" y="73624"/>
                  <a:pt x="5494488" y="81322"/>
                  <a:pt x="5494488" y="89020"/>
                </a:cubicBezTo>
                <a:cubicBezTo>
                  <a:pt x="5494488" y="585264"/>
                  <a:pt x="5494488" y="1081525"/>
                  <a:pt x="5494488" y="1577805"/>
                </a:cubicBezTo>
                <a:cubicBezTo>
                  <a:pt x="5494488" y="1980708"/>
                  <a:pt x="5494578" y="2383622"/>
                  <a:pt x="5494754" y="2786548"/>
                </a:cubicBezTo>
                <a:cubicBezTo>
                  <a:pt x="5494754" y="3106745"/>
                  <a:pt x="5494648" y="3426960"/>
                  <a:pt x="5494418" y="3747158"/>
                </a:cubicBezTo>
                <a:cubicBezTo>
                  <a:pt x="5494418" y="3756576"/>
                  <a:pt x="5494612" y="3766259"/>
                  <a:pt x="5492640" y="3775341"/>
                </a:cubicBezTo>
                <a:cubicBezTo>
                  <a:pt x="5485124" y="3808756"/>
                  <a:pt x="5457244" y="3829845"/>
                  <a:pt x="5421368" y="3829863"/>
                </a:cubicBezTo>
                <a:cubicBezTo>
                  <a:pt x="5249096" y="3829934"/>
                  <a:pt x="5076840" y="3829934"/>
                  <a:pt x="4904568" y="3829863"/>
                </a:cubicBezTo>
                <a:lnTo>
                  <a:pt x="2746658" y="3829863"/>
                </a:lnTo>
                <a:lnTo>
                  <a:pt x="2746658" y="3829845"/>
                </a:lnTo>
                <a:cubicBezTo>
                  <a:pt x="1858695" y="3829845"/>
                  <a:pt x="970732" y="3829845"/>
                  <a:pt x="82769" y="3829845"/>
                </a:cubicBezTo>
                <a:cubicBezTo>
                  <a:pt x="73352" y="3829845"/>
                  <a:pt x="63472" y="3830519"/>
                  <a:pt x="54570" y="3828071"/>
                </a:cubicBezTo>
                <a:cubicBezTo>
                  <a:pt x="26530" y="3820462"/>
                  <a:pt x="8369" y="3802140"/>
                  <a:pt x="2541" y="3773479"/>
                </a:cubicBezTo>
                <a:cubicBezTo>
                  <a:pt x="409" y="3763191"/>
                  <a:pt x="444" y="3752354"/>
                  <a:pt x="427" y="3741766"/>
                </a:cubicBezTo>
                <a:cubicBezTo>
                  <a:pt x="338" y="3246686"/>
                  <a:pt x="338" y="2751613"/>
                  <a:pt x="427" y="2256527"/>
                </a:cubicBezTo>
                <a:cubicBezTo>
                  <a:pt x="355" y="1852442"/>
                  <a:pt x="213" y="1448351"/>
                  <a:pt x="0" y="1044255"/>
                </a:cubicBezTo>
                <a:cubicBezTo>
                  <a:pt x="0" y="724630"/>
                  <a:pt x="178" y="405014"/>
                  <a:pt x="533" y="85402"/>
                </a:cubicBezTo>
                <a:cubicBezTo>
                  <a:pt x="302" y="75375"/>
                  <a:pt x="1048" y="65349"/>
                  <a:pt x="2737" y="55462"/>
                </a:cubicBezTo>
                <a:cubicBezTo>
                  <a:pt x="8920" y="24189"/>
                  <a:pt x="35894" y="1300"/>
                  <a:pt x="67807" y="231"/>
                </a:cubicBezTo>
                <a:cubicBezTo>
                  <a:pt x="73707" y="-18"/>
                  <a:pt x="79641" y="106"/>
                  <a:pt x="85577" y="106"/>
                </a:cubicBezTo>
                <a:close/>
              </a:path>
            </a:pathLst>
          </a:cu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3" name="Title 5">
            <a:extLst>
              <a:ext uri="{FF2B5EF4-FFF2-40B4-BE49-F238E27FC236}">
                <a16:creationId xmlns:a16="http://schemas.microsoft.com/office/drawing/2014/main" id="{FBD38B43-94BF-105A-2FBE-7AA5F3D27E6D}"/>
              </a:ext>
            </a:extLst>
          </p:cNvPr>
          <p:cNvSpPr>
            <a:spLocks noGrp="1"/>
          </p:cNvSpPr>
          <p:nvPr>
            <p:ph type="title"/>
          </p:nvPr>
        </p:nvSpPr>
        <p:spPr>
          <a:xfrm>
            <a:off x="561975" y="304306"/>
            <a:ext cx="9152697" cy="590739"/>
          </a:xfrm>
        </p:spPr>
        <p:txBody>
          <a:bodyPr>
            <a:spAutoFit/>
          </a:bodyPr>
          <a:lstStyle>
            <a:lvl1pPr>
              <a:defRPr sz="3200"/>
            </a:lvl1pPr>
          </a:lstStyle>
          <a:p>
            <a:r>
              <a:rPr lang="en-US"/>
              <a:t>Click to edit Master title style</a:t>
            </a:r>
          </a:p>
        </p:txBody>
      </p:sp>
    </p:spTree>
    <p:extLst>
      <p:ext uri="{BB962C8B-B14F-4D97-AF65-F5344CB8AC3E}">
        <p14:creationId xmlns:p14="http://schemas.microsoft.com/office/powerpoint/2010/main" val="28482044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ets talk">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57E9CE89-2D08-E47C-682E-8A067E1CA229}"/>
              </a:ext>
            </a:extLst>
          </p:cNvPr>
          <p:cNvSpPr>
            <a:spLocks noGrp="1"/>
          </p:cNvSpPr>
          <p:nvPr>
            <p:ph type="pic" sz="quarter" idx="14"/>
          </p:nvPr>
        </p:nvSpPr>
        <p:spPr>
          <a:xfrm>
            <a:off x="6096000" y="0"/>
            <a:ext cx="6096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37152877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028824" y="2514600"/>
            <a:ext cx="9152698" cy="2032351"/>
          </a:xfrm>
        </p:spPr>
        <p:txBody>
          <a:bodyPr/>
          <a:lstStyle>
            <a:lvl1pPr marL="228600" indent="-228600">
              <a:buFont typeface="Wingdings" panose="05000000000000000000" pitchFamily="2" charset="2"/>
              <a:buChar char="§"/>
              <a:defRPr/>
            </a:lvl1pPr>
            <a:lvl2pPr marL="685800" indent="-228600">
              <a:buFont typeface="Courier New" panose="02070309020205020404" pitchFamily="49" charset="0"/>
              <a:buChar char="o"/>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00221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D3D7CC22-D37D-4592-8D37-77FED04B979B}"/>
              </a:ext>
            </a:extLst>
          </p:cNvPr>
          <p:cNvSpPr>
            <a:spLocks noGrp="1"/>
          </p:cNvSpPr>
          <p:nvPr>
            <p:ph idx="1"/>
          </p:nvPr>
        </p:nvSpPr>
        <p:spPr>
          <a:xfrm>
            <a:off x="272144" y="1110753"/>
            <a:ext cx="11676016" cy="2032351"/>
          </a:xfrm>
        </p:spPr>
        <p:txBody>
          <a:bodyPr/>
          <a:lstStyle>
            <a:lvl1pPr marL="228600" indent="-228600">
              <a:buFont typeface="Wingdings" panose="05000000000000000000" pitchFamily="2" charset="2"/>
              <a:buChar char="§"/>
              <a:defRPr/>
            </a:lvl1pPr>
            <a:lvl2pPr marL="685800" indent="-228600">
              <a:buFont typeface="Courier New" panose="02070309020205020404" pitchFamily="49" charset="0"/>
              <a:buChar char="o"/>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9FB0E9D1-7040-5591-67C1-AFD5B0503934}"/>
              </a:ext>
            </a:extLst>
          </p:cNvPr>
          <p:cNvSpPr>
            <a:spLocks noGrp="1"/>
          </p:cNvSpPr>
          <p:nvPr>
            <p:ph type="title"/>
          </p:nvPr>
        </p:nvSpPr>
        <p:spPr>
          <a:xfrm>
            <a:off x="0" y="210043"/>
            <a:ext cx="12192000" cy="640368"/>
          </a:xfrm>
        </p:spPr>
        <p:txBody>
          <a:bodyPr/>
          <a:lstStyle/>
          <a:p>
            <a:r>
              <a:rPr lang="en-US"/>
              <a:t>Click to edit Master title style</a:t>
            </a:r>
          </a:p>
        </p:txBody>
      </p:sp>
    </p:spTree>
    <p:extLst>
      <p:ext uri="{BB962C8B-B14F-4D97-AF65-F5344CB8AC3E}">
        <p14:creationId xmlns:p14="http://schemas.microsoft.com/office/powerpoint/2010/main" val="19350066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03360-D982-554E-AC36-982055972E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2D7D20-2B91-3E4C-863A-44A6A9FF46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C295DC-5F8C-C149-B854-DA928B1FFF2F}"/>
              </a:ext>
            </a:extLst>
          </p:cNvPr>
          <p:cNvSpPr>
            <a:spLocks noGrp="1"/>
          </p:cNvSpPr>
          <p:nvPr>
            <p:ph type="dt" sz="half" idx="10"/>
          </p:nvPr>
        </p:nvSpPr>
        <p:spPr/>
        <p:txBody>
          <a:bodyPr/>
          <a:lstStyle/>
          <a:p>
            <a:fld id="{C764DE79-268F-4C1A-8933-263129D2AF90}" type="datetimeFigureOut">
              <a:rPr lang="en-US" smtClean="0"/>
              <a:t>6/23/2025</a:t>
            </a:fld>
            <a:endParaRPr lang="en-US"/>
          </a:p>
        </p:txBody>
      </p:sp>
      <p:sp>
        <p:nvSpPr>
          <p:cNvPr id="5" name="Footer Placeholder 4">
            <a:extLst>
              <a:ext uri="{FF2B5EF4-FFF2-40B4-BE49-F238E27FC236}">
                <a16:creationId xmlns:a16="http://schemas.microsoft.com/office/drawing/2014/main" id="{480EDA71-5802-824B-B486-BE51796568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6F158-3A14-6C48-BAB4-1089E7E38467}"/>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0656875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ECBBC5E-41BF-8247-B7D1-535307767B99}"/>
              </a:ext>
            </a:extLst>
          </p:cNvPr>
          <p:cNvSpPr>
            <a:spLocks noGrp="1"/>
          </p:cNvSpPr>
          <p:nvPr>
            <p:ph sz="half" idx="2"/>
          </p:nvPr>
        </p:nvSpPr>
        <p:spPr>
          <a:xfrm>
            <a:off x="414170" y="1095180"/>
            <a:ext cx="2169160" cy="837442"/>
          </a:xfrm>
        </p:spPr>
        <p:txBody>
          <a:bodyPr/>
          <a:lstStyle>
            <a:lvl1pPr marL="0" indent="0">
              <a:buNone/>
              <a:defRPr/>
            </a:lvl1pPr>
          </a:lstStyle>
          <a:p>
            <a:pPr lvl="0"/>
            <a:endParaRPr lang="en-US"/>
          </a:p>
        </p:txBody>
      </p:sp>
      <p:sp>
        <p:nvSpPr>
          <p:cNvPr id="7" name="Date Placeholder 6">
            <a:extLst>
              <a:ext uri="{FF2B5EF4-FFF2-40B4-BE49-F238E27FC236}">
                <a16:creationId xmlns:a16="http://schemas.microsoft.com/office/drawing/2014/main" id="{78C5B84A-56E3-4146-8911-CE1834BA2FC7}"/>
              </a:ext>
            </a:extLst>
          </p:cNvPr>
          <p:cNvSpPr>
            <a:spLocks noGrp="1"/>
          </p:cNvSpPr>
          <p:nvPr>
            <p:ph type="dt" sz="half" idx="10"/>
          </p:nvPr>
        </p:nvSpPr>
        <p:spPr/>
        <p:txBody>
          <a:bodyPr/>
          <a:lstStyle/>
          <a:p>
            <a:fld id="{C764DE79-268F-4C1A-8933-263129D2AF90}" type="datetimeFigureOut">
              <a:rPr lang="en-US" smtClean="0"/>
              <a:t>6/23/2025</a:t>
            </a:fld>
            <a:endParaRPr lang="en-US"/>
          </a:p>
        </p:txBody>
      </p:sp>
      <p:sp>
        <p:nvSpPr>
          <p:cNvPr id="8" name="Footer Placeholder 7">
            <a:extLst>
              <a:ext uri="{FF2B5EF4-FFF2-40B4-BE49-F238E27FC236}">
                <a16:creationId xmlns:a16="http://schemas.microsoft.com/office/drawing/2014/main" id="{810F6093-68AF-CF46-AE15-86CF17DB8E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5930D0-B3B4-5C46-9B55-9800757A8B49}"/>
              </a:ext>
            </a:extLst>
          </p:cNvPr>
          <p:cNvSpPr>
            <a:spLocks noGrp="1"/>
          </p:cNvSpPr>
          <p:nvPr>
            <p:ph type="sldNum" sz="quarter" idx="12"/>
          </p:nvPr>
        </p:nvSpPr>
        <p:spPr/>
        <p:txBody>
          <a:bodyPr/>
          <a:lstStyle/>
          <a:p>
            <a:fld id="{48F63A3B-78C7-47BE-AE5E-E10140E04643}" type="slidenum">
              <a:rPr lang="en-US" smtClean="0"/>
              <a:t>‹#›</a:t>
            </a:fld>
            <a:endParaRPr lang="en-US"/>
          </a:p>
        </p:txBody>
      </p:sp>
      <p:sp>
        <p:nvSpPr>
          <p:cNvPr id="10" name="Content Placeholder 3">
            <a:extLst>
              <a:ext uri="{FF2B5EF4-FFF2-40B4-BE49-F238E27FC236}">
                <a16:creationId xmlns:a16="http://schemas.microsoft.com/office/drawing/2014/main" id="{86C4F73E-6A6B-5C41-9E4E-46C76EA1762A}"/>
              </a:ext>
            </a:extLst>
          </p:cNvPr>
          <p:cNvSpPr>
            <a:spLocks noGrp="1"/>
          </p:cNvSpPr>
          <p:nvPr>
            <p:ph sz="half" idx="13"/>
          </p:nvPr>
        </p:nvSpPr>
        <p:spPr>
          <a:xfrm>
            <a:off x="4974665" y="1095180"/>
            <a:ext cx="2169160" cy="837442"/>
          </a:xfrm>
        </p:spPr>
        <p:txBody>
          <a:bodyPr/>
          <a:lstStyle>
            <a:lvl1pPr marL="0" indent="0">
              <a:buNone/>
              <a:defRPr/>
            </a:lvl1pPr>
          </a:lstStyle>
          <a:p>
            <a:pPr lvl="0"/>
            <a:endParaRPr lang="en-US"/>
          </a:p>
        </p:txBody>
      </p:sp>
      <p:sp>
        <p:nvSpPr>
          <p:cNvPr id="11" name="Content Placeholder 3">
            <a:extLst>
              <a:ext uri="{FF2B5EF4-FFF2-40B4-BE49-F238E27FC236}">
                <a16:creationId xmlns:a16="http://schemas.microsoft.com/office/drawing/2014/main" id="{7C0A60B2-53F3-C449-9C27-0A15D49146B7}"/>
              </a:ext>
            </a:extLst>
          </p:cNvPr>
          <p:cNvSpPr>
            <a:spLocks noGrp="1"/>
          </p:cNvSpPr>
          <p:nvPr>
            <p:ph sz="half" idx="14"/>
          </p:nvPr>
        </p:nvSpPr>
        <p:spPr>
          <a:xfrm>
            <a:off x="9535160" y="1095180"/>
            <a:ext cx="2169160" cy="837442"/>
          </a:xfrm>
        </p:spPr>
        <p:txBody>
          <a:bodyPr/>
          <a:lstStyle>
            <a:lvl1pPr marL="0" indent="0">
              <a:buNone/>
              <a:defRPr/>
            </a:lvl1pPr>
          </a:lstStyle>
          <a:p>
            <a:pPr lvl="0"/>
            <a:endParaRPr lang="en-US"/>
          </a:p>
        </p:txBody>
      </p:sp>
      <p:sp>
        <p:nvSpPr>
          <p:cNvPr id="12" name="Content Placeholder 3">
            <a:extLst>
              <a:ext uri="{FF2B5EF4-FFF2-40B4-BE49-F238E27FC236}">
                <a16:creationId xmlns:a16="http://schemas.microsoft.com/office/drawing/2014/main" id="{49584CC3-254B-534D-8D95-5E7463E03A96}"/>
              </a:ext>
            </a:extLst>
          </p:cNvPr>
          <p:cNvSpPr>
            <a:spLocks noGrp="1"/>
          </p:cNvSpPr>
          <p:nvPr>
            <p:ph sz="half" idx="15"/>
          </p:nvPr>
        </p:nvSpPr>
        <p:spPr>
          <a:xfrm>
            <a:off x="7254913" y="1095180"/>
            <a:ext cx="2169160" cy="837442"/>
          </a:xfrm>
        </p:spPr>
        <p:txBody>
          <a:bodyPr/>
          <a:lstStyle>
            <a:lvl1pPr marL="0" indent="0">
              <a:buNone/>
              <a:defRPr/>
            </a:lvl1pPr>
          </a:lstStyle>
          <a:p>
            <a:pPr lvl="0"/>
            <a:endParaRPr lang="en-US"/>
          </a:p>
        </p:txBody>
      </p:sp>
      <p:sp>
        <p:nvSpPr>
          <p:cNvPr id="13" name="Content Placeholder 3">
            <a:extLst>
              <a:ext uri="{FF2B5EF4-FFF2-40B4-BE49-F238E27FC236}">
                <a16:creationId xmlns:a16="http://schemas.microsoft.com/office/drawing/2014/main" id="{EDD6FA71-7037-F44E-813C-6BEFCDF25E12}"/>
              </a:ext>
            </a:extLst>
          </p:cNvPr>
          <p:cNvSpPr>
            <a:spLocks noGrp="1"/>
          </p:cNvSpPr>
          <p:nvPr>
            <p:ph sz="half" idx="16"/>
          </p:nvPr>
        </p:nvSpPr>
        <p:spPr>
          <a:xfrm>
            <a:off x="2694417" y="1095180"/>
            <a:ext cx="2169160" cy="837442"/>
          </a:xfrm>
        </p:spPr>
        <p:txBody>
          <a:bodyPr/>
          <a:lstStyle>
            <a:lvl1pPr marL="0" indent="0">
              <a:buNone/>
              <a:defRPr/>
            </a:lvl1pPr>
          </a:lstStyle>
          <a:p>
            <a:pPr lvl="0"/>
            <a:endParaRPr lang="en-US"/>
          </a:p>
        </p:txBody>
      </p:sp>
      <p:sp>
        <p:nvSpPr>
          <p:cNvPr id="14" name="Content Placeholder 3">
            <a:extLst>
              <a:ext uri="{FF2B5EF4-FFF2-40B4-BE49-F238E27FC236}">
                <a16:creationId xmlns:a16="http://schemas.microsoft.com/office/drawing/2014/main" id="{C639B189-E8C6-C946-8AAB-937DE76E6E05}"/>
              </a:ext>
            </a:extLst>
          </p:cNvPr>
          <p:cNvSpPr>
            <a:spLocks noGrp="1"/>
          </p:cNvSpPr>
          <p:nvPr>
            <p:ph sz="half" idx="17"/>
          </p:nvPr>
        </p:nvSpPr>
        <p:spPr>
          <a:xfrm>
            <a:off x="414170" y="2371913"/>
            <a:ext cx="2169160" cy="837442"/>
          </a:xfrm>
        </p:spPr>
        <p:txBody>
          <a:bodyPr/>
          <a:lstStyle>
            <a:lvl1pPr marL="0" indent="0">
              <a:buNone/>
              <a:defRPr/>
            </a:lvl1pPr>
          </a:lstStyle>
          <a:p>
            <a:pPr lvl="0"/>
            <a:endParaRPr lang="en-US"/>
          </a:p>
        </p:txBody>
      </p:sp>
      <p:sp>
        <p:nvSpPr>
          <p:cNvPr id="15" name="Content Placeholder 3">
            <a:extLst>
              <a:ext uri="{FF2B5EF4-FFF2-40B4-BE49-F238E27FC236}">
                <a16:creationId xmlns:a16="http://schemas.microsoft.com/office/drawing/2014/main" id="{03B7B58F-0BD8-E647-A0F0-BBB5ECC9E359}"/>
              </a:ext>
            </a:extLst>
          </p:cNvPr>
          <p:cNvSpPr>
            <a:spLocks noGrp="1"/>
          </p:cNvSpPr>
          <p:nvPr>
            <p:ph sz="half" idx="18"/>
          </p:nvPr>
        </p:nvSpPr>
        <p:spPr>
          <a:xfrm>
            <a:off x="4974665" y="2371913"/>
            <a:ext cx="2169160" cy="837442"/>
          </a:xfrm>
        </p:spPr>
        <p:txBody>
          <a:bodyPr/>
          <a:lstStyle>
            <a:lvl1pPr marL="0" indent="0">
              <a:buNone/>
              <a:defRPr/>
            </a:lvl1pPr>
          </a:lstStyle>
          <a:p>
            <a:pPr lvl="0"/>
            <a:endParaRPr lang="en-US"/>
          </a:p>
        </p:txBody>
      </p:sp>
      <p:sp>
        <p:nvSpPr>
          <p:cNvPr id="16" name="Content Placeholder 3">
            <a:extLst>
              <a:ext uri="{FF2B5EF4-FFF2-40B4-BE49-F238E27FC236}">
                <a16:creationId xmlns:a16="http://schemas.microsoft.com/office/drawing/2014/main" id="{F5602A59-774C-394A-9B68-4731FA29CC14}"/>
              </a:ext>
            </a:extLst>
          </p:cNvPr>
          <p:cNvSpPr>
            <a:spLocks noGrp="1"/>
          </p:cNvSpPr>
          <p:nvPr>
            <p:ph sz="half" idx="19"/>
          </p:nvPr>
        </p:nvSpPr>
        <p:spPr>
          <a:xfrm>
            <a:off x="9535160" y="2371913"/>
            <a:ext cx="2169160" cy="837442"/>
          </a:xfrm>
        </p:spPr>
        <p:txBody>
          <a:bodyPr/>
          <a:lstStyle>
            <a:lvl1pPr marL="0" indent="0">
              <a:buNone/>
              <a:defRPr/>
            </a:lvl1pPr>
          </a:lstStyle>
          <a:p>
            <a:pPr lvl="0"/>
            <a:endParaRPr lang="en-US"/>
          </a:p>
        </p:txBody>
      </p:sp>
      <p:sp>
        <p:nvSpPr>
          <p:cNvPr id="17" name="Content Placeholder 3">
            <a:extLst>
              <a:ext uri="{FF2B5EF4-FFF2-40B4-BE49-F238E27FC236}">
                <a16:creationId xmlns:a16="http://schemas.microsoft.com/office/drawing/2014/main" id="{AAE23B5F-A674-9C4C-BB1A-E560FFD6DDF1}"/>
              </a:ext>
            </a:extLst>
          </p:cNvPr>
          <p:cNvSpPr>
            <a:spLocks noGrp="1"/>
          </p:cNvSpPr>
          <p:nvPr>
            <p:ph sz="half" idx="20"/>
          </p:nvPr>
        </p:nvSpPr>
        <p:spPr>
          <a:xfrm>
            <a:off x="7254913" y="2371913"/>
            <a:ext cx="2169160" cy="837442"/>
          </a:xfrm>
        </p:spPr>
        <p:txBody>
          <a:bodyPr/>
          <a:lstStyle>
            <a:lvl1pPr marL="0" indent="0">
              <a:buNone/>
              <a:defRPr/>
            </a:lvl1pPr>
          </a:lstStyle>
          <a:p>
            <a:pPr lvl="0"/>
            <a:endParaRPr lang="en-US"/>
          </a:p>
        </p:txBody>
      </p:sp>
      <p:sp>
        <p:nvSpPr>
          <p:cNvPr id="18" name="Content Placeholder 3">
            <a:extLst>
              <a:ext uri="{FF2B5EF4-FFF2-40B4-BE49-F238E27FC236}">
                <a16:creationId xmlns:a16="http://schemas.microsoft.com/office/drawing/2014/main" id="{9BB1CF54-E0C9-B44C-86AD-9F915C7D6556}"/>
              </a:ext>
            </a:extLst>
          </p:cNvPr>
          <p:cNvSpPr>
            <a:spLocks noGrp="1"/>
          </p:cNvSpPr>
          <p:nvPr>
            <p:ph sz="half" idx="21"/>
          </p:nvPr>
        </p:nvSpPr>
        <p:spPr>
          <a:xfrm>
            <a:off x="2694417" y="2371913"/>
            <a:ext cx="2169160" cy="837442"/>
          </a:xfrm>
        </p:spPr>
        <p:txBody>
          <a:bodyPr/>
          <a:lstStyle>
            <a:lvl1pPr marL="0" indent="0">
              <a:buNone/>
              <a:defRPr/>
            </a:lvl1pPr>
          </a:lstStyle>
          <a:p>
            <a:pPr lvl="0"/>
            <a:endParaRPr lang="en-US"/>
          </a:p>
        </p:txBody>
      </p:sp>
      <p:sp>
        <p:nvSpPr>
          <p:cNvPr id="19" name="Content Placeholder 3">
            <a:extLst>
              <a:ext uri="{FF2B5EF4-FFF2-40B4-BE49-F238E27FC236}">
                <a16:creationId xmlns:a16="http://schemas.microsoft.com/office/drawing/2014/main" id="{949424C5-D71D-EA45-AE50-1E1CBF1E5845}"/>
              </a:ext>
            </a:extLst>
          </p:cNvPr>
          <p:cNvSpPr>
            <a:spLocks noGrp="1"/>
          </p:cNvSpPr>
          <p:nvPr>
            <p:ph sz="half" idx="22"/>
          </p:nvPr>
        </p:nvSpPr>
        <p:spPr>
          <a:xfrm>
            <a:off x="414170" y="3648646"/>
            <a:ext cx="2169160" cy="837442"/>
          </a:xfrm>
        </p:spPr>
        <p:txBody>
          <a:bodyPr/>
          <a:lstStyle>
            <a:lvl1pPr marL="0" indent="0">
              <a:buNone/>
              <a:defRPr/>
            </a:lvl1pPr>
          </a:lstStyle>
          <a:p>
            <a:pPr lvl="0"/>
            <a:endParaRPr lang="en-US"/>
          </a:p>
        </p:txBody>
      </p:sp>
      <p:sp>
        <p:nvSpPr>
          <p:cNvPr id="20" name="Content Placeholder 3">
            <a:extLst>
              <a:ext uri="{FF2B5EF4-FFF2-40B4-BE49-F238E27FC236}">
                <a16:creationId xmlns:a16="http://schemas.microsoft.com/office/drawing/2014/main" id="{33B25906-76F6-994A-8EC7-2A5537E34C20}"/>
              </a:ext>
            </a:extLst>
          </p:cNvPr>
          <p:cNvSpPr>
            <a:spLocks noGrp="1"/>
          </p:cNvSpPr>
          <p:nvPr>
            <p:ph sz="half" idx="23"/>
          </p:nvPr>
        </p:nvSpPr>
        <p:spPr>
          <a:xfrm>
            <a:off x="4974665" y="3648646"/>
            <a:ext cx="2169160" cy="837442"/>
          </a:xfrm>
        </p:spPr>
        <p:txBody>
          <a:bodyPr/>
          <a:lstStyle>
            <a:lvl1pPr marL="0" indent="0">
              <a:buNone/>
              <a:defRPr/>
            </a:lvl1pPr>
          </a:lstStyle>
          <a:p>
            <a:pPr lvl="0"/>
            <a:endParaRPr lang="en-US"/>
          </a:p>
        </p:txBody>
      </p:sp>
      <p:sp>
        <p:nvSpPr>
          <p:cNvPr id="21" name="Content Placeholder 3">
            <a:extLst>
              <a:ext uri="{FF2B5EF4-FFF2-40B4-BE49-F238E27FC236}">
                <a16:creationId xmlns:a16="http://schemas.microsoft.com/office/drawing/2014/main" id="{E7705716-CC3E-9F4F-9FB6-6DA798E40BB7}"/>
              </a:ext>
            </a:extLst>
          </p:cNvPr>
          <p:cNvSpPr>
            <a:spLocks noGrp="1"/>
          </p:cNvSpPr>
          <p:nvPr>
            <p:ph sz="half" idx="24"/>
          </p:nvPr>
        </p:nvSpPr>
        <p:spPr>
          <a:xfrm>
            <a:off x="9535160" y="3648646"/>
            <a:ext cx="2169160" cy="837442"/>
          </a:xfrm>
        </p:spPr>
        <p:txBody>
          <a:bodyPr/>
          <a:lstStyle>
            <a:lvl1pPr marL="0" indent="0">
              <a:buNone/>
              <a:defRPr/>
            </a:lvl1pPr>
          </a:lstStyle>
          <a:p>
            <a:pPr lvl="0"/>
            <a:endParaRPr lang="en-US"/>
          </a:p>
        </p:txBody>
      </p:sp>
      <p:sp>
        <p:nvSpPr>
          <p:cNvPr id="22" name="Content Placeholder 3">
            <a:extLst>
              <a:ext uri="{FF2B5EF4-FFF2-40B4-BE49-F238E27FC236}">
                <a16:creationId xmlns:a16="http://schemas.microsoft.com/office/drawing/2014/main" id="{9B3B4D10-0AD1-7D45-97E9-52D9EBBC12F7}"/>
              </a:ext>
            </a:extLst>
          </p:cNvPr>
          <p:cNvSpPr>
            <a:spLocks noGrp="1"/>
          </p:cNvSpPr>
          <p:nvPr>
            <p:ph sz="half" idx="25"/>
          </p:nvPr>
        </p:nvSpPr>
        <p:spPr>
          <a:xfrm>
            <a:off x="7254913" y="3648646"/>
            <a:ext cx="2169160" cy="837442"/>
          </a:xfrm>
        </p:spPr>
        <p:txBody>
          <a:bodyPr/>
          <a:lstStyle>
            <a:lvl1pPr marL="0" indent="0">
              <a:buNone/>
              <a:defRPr/>
            </a:lvl1pPr>
          </a:lstStyle>
          <a:p>
            <a:pPr lvl="0"/>
            <a:endParaRPr lang="en-US"/>
          </a:p>
        </p:txBody>
      </p:sp>
      <p:sp>
        <p:nvSpPr>
          <p:cNvPr id="23" name="Content Placeholder 3">
            <a:extLst>
              <a:ext uri="{FF2B5EF4-FFF2-40B4-BE49-F238E27FC236}">
                <a16:creationId xmlns:a16="http://schemas.microsoft.com/office/drawing/2014/main" id="{699E0206-064F-5143-B0B7-6350DA2AEB19}"/>
              </a:ext>
            </a:extLst>
          </p:cNvPr>
          <p:cNvSpPr>
            <a:spLocks noGrp="1"/>
          </p:cNvSpPr>
          <p:nvPr>
            <p:ph sz="half" idx="26"/>
          </p:nvPr>
        </p:nvSpPr>
        <p:spPr>
          <a:xfrm>
            <a:off x="2694417" y="3648646"/>
            <a:ext cx="2169160" cy="837442"/>
          </a:xfrm>
        </p:spPr>
        <p:txBody>
          <a:bodyPr/>
          <a:lstStyle>
            <a:lvl1pPr marL="0" indent="0">
              <a:buNone/>
              <a:defRPr/>
            </a:lvl1pPr>
          </a:lstStyle>
          <a:p>
            <a:pPr lvl="0"/>
            <a:endParaRPr lang="en-US"/>
          </a:p>
        </p:txBody>
      </p:sp>
      <p:sp>
        <p:nvSpPr>
          <p:cNvPr id="24" name="Content Placeholder 3">
            <a:extLst>
              <a:ext uri="{FF2B5EF4-FFF2-40B4-BE49-F238E27FC236}">
                <a16:creationId xmlns:a16="http://schemas.microsoft.com/office/drawing/2014/main" id="{FC112B05-92DC-E64C-8E77-49EC7E0CD73E}"/>
              </a:ext>
            </a:extLst>
          </p:cNvPr>
          <p:cNvSpPr>
            <a:spLocks noGrp="1"/>
          </p:cNvSpPr>
          <p:nvPr>
            <p:ph sz="half" idx="27"/>
          </p:nvPr>
        </p:nvSpPr>
        <p:spPr>
          <a:xfrm>
            <a:off x="414170" y="4925379"/>
            <a:ext cx="2169160" cy="837442"/>
          </a:xfrm>
        </p:spPr>
        <p:txBody>
          <a:bodyPr/>
          <a:lstStyle>
            <a:lvl1pPr marL="0" indent="0">
              <a:buNone/>
              <a:defRPr/>
            </a:lvl1pPr>
          </a:lstStyle>
          <a:p>
            <a:pPr lvl="0"/>
            <a:endParaRPr lang="en-US"/>
          </a:p>
        </p:txBody>
      </p:sp>
      <p:sp>
        <p:nvSpPr>
          <p:cNvPr id="25" name="Content Placeholder 3">
            <a:extLst>
              <a:ext uri="{FF2B5EF4-FFF2-40B4-BE49-F238E27FC236}">
                <a16:creationId xmlns:a16="http://schemas.microsoft.com/office/drawing/2014/main" id="{74E654AE-30CC-F148-96D4-4F51AFBC1E32}"/>
              </a:ext>
            </a:extLst>
          </p:cNvPr>
          <p:cNvSpPr>
            <a:spLocks noGrp="1"/>
          </p:cNvSpPr>
          <p:nvPr>
            <p:ph sz="half" idx="28"/>
          </p:nvPr>
        </p:nvSpPr>
        <p:spPr>
          <a:xfrm>
            <a:off x="4974665" y="4925379"/>
            <a:ext cx="2169160" cy="837442"/>
          </a:xfrm>
        </p:spPr>
        <p:txBody>
          <a:bodyPr/>
          <a:lstStyle>
            <a:lvl1pPr marL="0" indent="0">
              <a:buNone/>
              <a:defRPr/>
            </a:lvl1pPr>
          </a:lstStyle>
          <a:p>
            <a:pPr lvl="0"/>
            <a:endParaRPr lang="en-US"/>
          </a:p>
        </p:txBody>
      </p:sp>
      <p:sp>
        <p:nvSpPr>
          <p:cNvPr id="26" name="Content Placeholder 3">
            <a:extLst>
              <a:ext uri="{FF2B5EF4-FFF2-40B4-BE49-F238E27FC236}">
                <a16:creationId xmlns:a16="http://schemas.microsoft.com/office/drawing/2014/main" id="{5CD7356F-A62B-4F42-A8D9-4C0E2611BD4E}"/>
              </a:ext>
            </a:extLst>
          </p:cNvPr>
          <p:cNvSpPr>
            <a:spLocks noGrp="1"/>
          </p:cNvSpPr>
          <p:nvPr>
            <p:ph sz="half" idx="29"/>
          </p:nvPr>
        </p:nvSpPr>
        <p:spPr>
          <a:xfrm>
            <a:off x="9535160" y="4925379"/>
            <a:ext cx="2169160" cy="837442"/>
          </a:xfrm>
        </p:spPr>
        <p:txBody>
          <a:bodyPr/>
          <a:lstStyle>
            <a:lvl1pPr marL="0" indent="0">
              <a:buNone/>
              <a:defRPr/>
            </a:lvl1pPr>
          </a:lstStyle>
          <a:p>
            <a:pPr lvl="0"/>
            <a:endParaRPr lang="en-US"/>
          </a:p>
        </p:txBody>
      </p:sp>
      <p:sp>
        <p:nvSpPr>
          <p:cNvPr id="27" name="Content Placeholder 3">
            <a:extLst>
              <a:ext uri="{FF2B5EF4-FFF2-40B4-BE49-F238E27FC236}">
                <a16:creationId xmlns:a16="http://schemas.microsoft.com/office/drawing/2014/main" id="{41F88FF7-B02A-704B-BB24-052D01D9D483}"/>
              </a:ext>
            </a:extLst>
          </p:cNvPr>
          <p:cNvSpPr>
            <a:spLocks noGrp="1"/>
          </p:cNvSpPr>
          <p:nvPr>
            <p:ph sz="half" idx="30"/>
          </p:nvPr>
        </p:nvSpPr>
        <p:spPr>
          <a:xfrm>
            <a:off x="7254913" y="4925379"/>
            <a:ext cx="2169160" cy="837442"/>
          </a:xfrm>
        </p:spPr>
        <p:txBody>
          <a:bodyPr/>
          <a:lstStyle>
            <a:lvl1pPr marL="0" indent="0">
              <a:buNone/>
              <a:defRPr/>
            </a:lvl1pPr>
          </a:lstStyle>
          <a:p>
            <a:pPr lvl="0"/>
            <a:endParaRPr lang="en-US"/>
          </a:p>
        </p:txBody>
      </p:sp>
      <p:sp>
        <p:nvSpPr>
          <p:cNvPr id="28" name="Content Placeholder 3">
            <a:extLst>
              <a:ext uri="{FF2B5EF4-FFF2-40B4-BE49-F238E27FC236}">
                <a16:creationId xmlns:a16="http://schemas.microsoft.com/office/drawing/2014/main" id="{BDCC49EB-8C05-EA4A-BECE-6F4AC3DCDCDC}"/>
              </a:ext>
            </a:extLst>
          </p:cNvPr>
          <p:cNvSpPr>
            <a:spLocks noGrp="1"/>
          </p:cNvSpPr>
          <p:nvPr>
            <p:ph sz="half" idx="31"/>
          </p:nvPr>
        </p:nvSpPr>
        <p:spPr>
          <a:xfrm>
            <a:off x="2694417" y="4925379"/>
            <a:ext cx="2169160" cy="837442"/>
          </a:xfrm>
        </p:spPr>
        <p:txBody>
          <a:bodyPr/>
          <a:lstStyle>
            <a:lvl1pPr marL="0" indent="0">
              <a:buNone/>
              <a:defRPr/>
            </a:lvl1pPr>
          </a:lstStyle>
          <a:p>
            <a:pPr lvl="0"/>
            <a:endParaRPr lang="en-US"/>
          </a:p>
        </p:txBody>
      </p:sp>
    </p:spTree>
    <p:extLst>
      <p:ext uri="{BB962C8B-B14F-4D97-AF65-F5344CB8AC3E}">
        <p14:creationId xmlns:p14="http://schemas.microsoft.com/office/powerpoint/2010/main" val="19894402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9AF31-5029-6641-99AE-01A0A67968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AB9C78-48F0-9241-8B8E-12FE36106331}"/>
              </a:ext>
            </a:extLst>
          </p:cNvPr>
          <p:cNvSpPr>
            <a:spLocks noGrp="1"/>
          </p:cNvSpPr>
          <p:nvPr>
            <p:ph type="dt" sz="half" idx="10"/>
          </p:nvPr>
        </p:nvSpPr>
        <p:spPr/>
        <p:txBody>
          <a:bodyPr/>
          <a:lstStyle/>
          <a:p>
            <a:fld id="{C764DE79-268F-4C1A-8933-263129D2AF90}" type="datetimeFigureOut">
              <a:rPr lang="en-US" smtClean="0"/>
              <a:t>6/23/2025</a:t>
            </a:fld>
            <a:endParaRPr lang="en-US"/>
          </a:p>
        </p:txBody>
      </p:sp>
      <p:sp>
        <p:nvSpPr>
          <p:cNvPr id="4" name="Footer Placeholder 3">
            <a:extLst>
              <a:ext uri="{FF2B5EF4-FFF2-40B4-BE49-F238E27FC236}">
                <a16:creationId xmlns:a16="http://schemas.microsoft.com/office/drawing/2014/main" id="{A7F10AD7-F32A-9A40-9E41-1A95028069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91FF4D-76AF-C44E-8380-9AC3AFEA4CF4}"/>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4024650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0000"/>
            <a:alpha val="50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8824" y="946702"/>
            <a:ext cx="9152697" cy="637097"/>
          </a:xfrm>
          <a:prstGeom prst="rect">
            <a:avLst/>
          </a:prstGeom>
          <a:effectLst/>
        </p:spPr>
        <p:txBody>
          <a:bodyPr vert="horz" lIns="0" tIns="192024" rIns="0" bIns="0" rtlCol="0" anchor="t" anchorCtr="0">
            <a:spAutoFit/>
          </a:bodyPr>
          <a:lstStyle/>
          <a:p>
            <a:r>
              <a:rPr lang="en-US"/>
              <a:t>Your title here</a:t>
            </a:r>
          </a:p>
        </p:txBody>
      </p:sp>
      <p:sp>
        <p:nvSpPr>
          <p:cNvPr id="3" name="Текст 2"/>
          <p:cNvSpPr>
            <a:spLocks noGrp="1"/>
          </p:cNvSpPr>
          <p:nvPr>
            <p:ph type="body" idx="1"/>
          </p:nvPr>
        </p:nvSpPr>
        <p:spPr>
          <a:xfrm>
            <a:off x="2028824" y="2514600"/>
            <a:ext cx="9152698" cy="2511970"/>
          </a:xfrm>
          <a:prstGeom prst="rect">
            <a:avLst/>
          </a:prstGeom>
        </p:spPr>
        <p:txBody>
          <a:bodyPr vert="horz" lIns="0" tIns="0" rIns="0" bIns="0" rtlCol="0">
            <a:spAutoFit/>
          </a:bodyPr>
          <a:lstStyle/>
          <a:p>
            <a:pPr lvl="0"/>
            <a:r>
              <a:rPr lang="en-US"/>
              <a:t>Write here subtitle</a:t>
            </a:r>
          </a:p>
          <a:p>
            <a:pPr lvl="1"/>
            <a:r>
              <a:rPr lang="en-US"/>
              <a:t>Write here subtitle</a:t>
            </a:r>
          </a:p>
          <a:p>
            <a:pPr lvl="1"/>
            <a:r>
              <a:rPr lang="en-US"/>
              <a:t>Write here subtitle</a:t>
            </a:r>
          </a:p>
          <a:p>
            <a:pPr lvl="2"/>
            <a:r>
              <a:rPr lang="en-US"/>
              <a:t>Write here text</a:t>
            </a:r>
          </a:p>
          <a:p>
            <a:pPr lvl="3"/>
            <a:r>
              <a:rPr lang="en-US"/>
              <a:t>Write here text</a:t>
            </a:r>
          </a:p>
          <a:p>
            <a:pPr lvl="4"/>
            <a:r>
              <a:rPr lang="en-US"/>
              <a:t>Write here text </a:t>
            </a:r>
          </a:p>
        </p:txBody>
      </p:sp>
      <p:sp>
        <p:nvSpPr>
          <p:cNvPr id="26" name="Slide Number Placeholder 24"/>
          <p:cNvSpPr txBox="1">
            <a:spLocks/>
          </p:cNvSpPr>
          <p:nvPr userDrawn="1"/>
        </p:nvSpPr>
        <p:spPr>
          <a:xfrm>
            <a:off x="11161674" y="6376228"/>
            <a:ext cx="1003852" cy="365125"/>
          </a:xfrm>
          <a:prstGeom prst="rect">
            <a:avLst/>
          </a:prstGeom>
        </p:spPr>
        <p:txBody>
          <a:bodyPr vert="horz" lIns="91440" tIns="45720" rIns="91440" bIns="45720"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1000" b="1" i="0" smtClean="0">
                <a:solidFill>
                  <a:schemeClr val="tx1"/>
                </a:solidFill>
                <a:latin typeface="Open Sans Semibold" charset="0"/>
                <a:ea typeface="Open Sans Semibold" charset="0"/>
                <a:cs typeface="Open Sans Semibold" charset="0"/>
              </a:rPr>
              <a:pPr algn="ctr"/>
              <a:t>‹#›</a:t>
            </a:fld>
            <a:endParaRPr lang="en-US" sz="800" b="1" i="0">
              <a:solidFill>
                <a:schemeClr val="tx1"/>
              </a:solidFill>
              <a:latin typeface="Open Sans Semibold" charset="0"/>
              <a:ea typeface="Open Sans Semibold" charset="0"/>
              <a:cs typeface="Open Sans Semibold" charset="0"/>
            </a:endParaRPr>
          </a:p>
        </p:txBody>
      </p:sp>
      <p:sp>
        <p:nvSpPr>
          <p:cNvPr id="4" name="TextBox 3">
            <a:extLst>
              <a:ext uri="{FF2B5EF4-FFF2-40B4-BE49-F238E27FC236}">
                <a16:creationId xmlns:a16="http://schemas.microsoft.com/office/drawing/2014/main" id="{BB382702-B48F-19A7-03CF-63692B19190C}"/>
              </a:ext>
            </a:extLst>
          </p:cNvPr>
          <p:cNvSpPr txBox="1"/>
          <p:nvPr userDrawn="1"/>
        </p:nvSpPr>
        <p:spPr>
          <a:xfrm>
            <a:off x="419603" y="6400800"/>
            <a:ext cx="1319592" cy="246221"/>
          </a:xfrm>
          <a:prstGeom prst="rect">
            <a:avLst/>
          </a:prstGeom>
          <a:solidFill>
            <a:schemeClr val="accent1"/>
          </a:solidFill>
        </p:spPr>
        <p:txBody>
          <a:bodyPr wrap="none" rtlCol="0">
            <a:spAutoFit/>
          </a:bodyPr>
          <a:lstStyle/>
          <a:p>
            <a:r>
              <a:rPr lang="en-US" sz="1000" b="1" i="0">
                <a:solidFill>
                  <a:schemeClr val="bg1"/>
                </a:solidFill>
                <a:latin typeface="Nunito Sans SemiBold" pitchFamily="2" charset="77"/>
                <a:ea typeface="Baskerville" panose="02020502070401020303" pitchFamily="18" charset="0"/>
              </a:rPr>
              <a:t>BRAND INSTITUTE</a:t>
            </a:r>
          </a:p>
        </p:txBody>
      </p:sp>
      <p:cxnSp>
        <p:nvCxnSpPr>
          <p:cNvPr id="9" name="Straight Connector 8">
            <a:extLst>
              <a:ext uri="{FF2B5EF4-FFF2-40B4-BE49-F238E27FC236}">
                <a16:creationId xmlns:a16="http://schemas.microsoft.com/office/drawing/2014/main" id="{CD0C4677-7775-DB6A-57A3-2638711DD4B7}"/>
              </a:ext>
            </a:extLst>
          </p:cNvPr>
          <p:cNvCxnSpPr>
            <a:cxnSpLocks/>
          </p:cNvCxnSpPr>
          <p:nvPr userDrawn="1"/>
        </p:nvCxnSpPr>
        <p:spPr>
          <a:xfrm>
            <a:off x="2052320" y="6515100"/>
            <a:ext cx="3017391"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9629D05-BDA9-D8AC-AC8F-F88487829885}"/>
              </a:ext>
            </a:extLst>
          </p:cNvPr>
          <p:cNvSpPr txBox="1"/>
          <p:nvPr userDrawn="1"/>
        </p:nvSpPr>
        <p:spPr>
          <a:xfrm>
            <a:off x="4908631" y="6400800"/>
            <a:ext cx="2374739" cy="276999"/>
          </a:xfrm>
          <a:prstGeom prst="rect">
            <a:avLst/>
          </a:prstGeom>
          <a:noFill/>
          <a:effectLst/>
        </p:spPr>
        <p:txBody>
          <a:bodyPr wrap="square">
            <a:spAutoFit/>
          </a:bodyPr>
          <a:lstStyle/>
          <a:p>
            <a:pPr algn="ctr"/>
            <a:r>
              <a:rPr lang="en-US" sz="1200">
                <a:solidFill>
                  <a:schemeClr val="bg1">
                    <a:lumMod val="65000"/>
                  </a:schemeClr>
                </a:solidFill>
              </a:rPr>
              <a:t>Proprietary &amp; Confidential</a:t>
            </a:r>
          </a:p>
        </p:txBody>
      </p:sp>
      <p:cxnSp>
        <p:nvCxnSpPr>
          <p:cNvPr id="11" name="Straight Connector 10">
            <a:extLst>
              <a:ext uri="{FF2B5EF4-FFF2-40B4-BE49-F238E27FC236}">
                <a16:creationId xmlns:a16="http://schemas.microsoft.com/office/drawing/2014/main" id="{B81D6879-8CAC-8E3D-64F5-4D7C8EC0D661}"/>
              </a:ext>
            </a:extLst>
          </p:cNvPr>
          <p:cNvCxnSpPr>
            <a:cxnSpLocks/>
          </p:cNvCxnSpPr>
          <p:nvPr userDrawn="1"/>
        </p:nvCxnSpPr>
        <p:spPr>
          <a:xfrm>
            <a:off x="7118430" y="6515100"/>
            <a:ext cx="40880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91" r:id="rId1"/>
    <p:sldLayoutId id="2147484201" r:id="rId2"/>
    <p:sldLayoutId id="2147484202" r:id="rId3"/>
    <p:sldLayoutId id="2147484033" r:id="rId4"/>
    <p:sldLayoutId id="2147484199" r:id="rId5"/>
    <p:sldLayoutId id="2147484193" r:id="rId6"/>
    <p:sldLayoutId id="2147484076" r:id="rId7"/>
    <p:sldLayoutId id="2147484128" r:id="rId8"/>
    <p:sldLayoutId id="2147484183" r:id="rId9"/>
    <p:sldLayoutId id="2147484123" r:id="rId10"/>
    <p:sldLayoutId id="2147484103" r:id="rId11"/>
    <p:sldLayoutId id="2147484145" r:id="rId12"/>
    <p:sldLayoutId id="2147484140" r:id="rId13"/>
    <p:sldLayoutId id="2147484146" r:id="rId14"/>
    <p:sldLayoutId id="2147484141" r:id="rId15"/>
    <p:sldLayoutId id="2147484147" r:id="rId16"/>
    <p:sldLayoutId id="2147484109" r:id="rId17"/>
    <p:sldLayoutId id="2147484106" r:id="rId18"/>
    <p:sldLayoutId id="2147484142" r:id="rId19"/>
    <p:sldLayoutId id="2147484143" r:id="rId20"/>
    <p:sldLayoutId id="2147484148" r:id="rId21"/>
    <p:sldLayoutId id="2147484100" r:id="rId22"/>
    <p:sldLayoutId id="2147484149" r:id="rId23"/>
    <p:sldLayoutId id="2147484107" r:id="rId24"/>
    <p:sldLayoutId id="2147484108" r:id="rId25"/>
    <p:sldLayoutId id="2147484155" r:id="rId26"/>
    <p:sldLayoutId id="2147484151" r:id="rId27"/>
    <p:sldLayoutId id="2147484150" r:id="rId28"/>
    <p:sldLayoutId id="2147484156" r:id="rId29"/>
    <p:sldLayoutId id="2147484152" r:id="rId30"/>
    <p:sldLayoutId id="2147484153" r:id="rId31"/>
    <p:sldLayoutId id="2147484157" r:id="rId32"/>
    <p:sldLayoutId id="2147484110" r:id="rId33"/>
    <p:sldLayoutId id="2147484158" r:id="rId34"/>
    <p:sldLayoutId id="2147484162" r:id="rId35"/>
    <p:sldLayoutId id="2147484176" r:id="rId36"/>
    <p:sldLayoutId id="2147484118" r:id="rId37"/>
    <p:sldLayoutId id="2147484166" r:id="rId38"/>
    <p:sldLayoutId id="2147484119" r:id="rId39"/>
    <p:sldLayoutId id="2147484167" r:id="rId40"/>
    <p:sldLayoutId id="2147484171" r:id="rId41"/>
    <p:sldLayoutId id="2147484174" r:id="rId42"/>
    <p:sldLayoutId id="2147484175" r:id="rId43"/>
    <p:sldLayoutId id="2147484178" r:id="rId44"/>
    <p:sldLayoutId id="2147484131" r:id="rId45"/>
    <p:sldLayoutId id="2147484192" r:id="rId46"/>
    <p:sldLayoutId id="2147484197" r:id="rId47"/>
    <p:sldLayoutId id="2147484200" r:id="rId48"/>
    <p:sldLayoutId id="2147484203" r:id="rId49"/>
    <p:sldLayoutId id="2147484204" r:id="rId50"/>
    <p:sldLayoutId id="2147484205" r:id="rId51"/>
  </p:sldLayoutIdLst>
  <p:hf hdr="0" ftr="0" dt="0"/>
  <p:txStyles>
    <p:titleStyle>
      <a:lvl1pPr algn="l" defTabSz="914318" rtl="0" eaLnBrk="1" latinLnBrk="0" hangingPunct="1">
        <a:lnSpc>
          <a:spcPct val="80000"/>
        </a:lnSpc>
        <a:spcBef>
          <a:spcPct val="0"/>
        </a:spcBef>
        <a:buNone/>
        <a:defRPr sz="3600" b="1" i="0" kern="1200" spc="-100" baseline="0">
          <a:solidFill>
            <a:schemeClr val="tx1"/>
          </a:solidFill>
          <a:latin typeface="Montserrat" charset="0"/>
          <a:ea typeface="Montserrat" charset="0"/>
          <a:cs typeface="Montserrat" charset="0"/>
        </a:defRPr>
      </a:lvl1pPr>
    </p:titleStyle>
    <p:bodyStyle>
      <a:lvl1pPr marL="0" indent="0" algn="l" defTabSz="914318" rtl="0" eaLnBrk="1" latinLnBrk="0" hangingPunct="1">
        <a:lnSpc>
          <a:spcPct val="150000"/>
        </a:lnSpc>
        <a:spcBef>
          <a:spcPts val="1000"/>
        </a:spcBef>
        <a:buFont typeface="Arial" panose="020B0604020202020204" pitchFamily="34" charset="0"/>
        <a:buNone/>
        <a:defRPr sz="2800" kern="1200">
          <a:solidFill>
            <a:schemeClr val="tx1"/>
          </a:solidFill>
          <a:latin typeface="+mn-lt"/>
          <a:ea typeface="+mn-ea"/>
          <a:cs typeface="+mn-cs"/>
        </a:defRPr>
      </a:lvl1pPr>
      <a:lvl2pPr marL="0" indent="0" algn="l" defTabSz="914318" rtl="0" eaLnBrk="1" latinLnBrk="0" hangingPunct="1">
        <a:lnSpc>
          <a:spcPct val="150000"/>
        </a:lnSpc>
        <a:spcBef>
          <a:spcPts val="499"/>
        </a:spcBef>
        <a:buFont typeface="Arial" panose="020B0604020202020204" pitchFamily="34" charset="0"/>
        <a:buNone/>
        <a:defRPr sz="1800" kern="1200">
          <a:solidFill>
            <a:schemeClr val="tx1"/>
          </a:solidFill>
          <a:latin typeface="+mn-lt"/>
          <a:ea typeface="+mn-ea"/>
          <a:cs typeface="+mn-cs"/>
        </a:defRPr>
      </a:lvl2pPr>
      <a:lvl3pPr marL="0" indent="0" algn="l" defTabSz="914318" rtl="0" eaLnBrk="1" latinLnBrk="0" hangingPunct="1">
        <a:lnSpc>
          <a:spcPct val="150000"/>
        </a:lnSpc>
        <a:spcBef>
          <a:spcPts val="499"/>
        </a:spcBef>
        <a:buFont typeface="Arial" panose="020B0604020202020204" pitchFamily="34" charset="0"/>
        <a:buNone/>
        <a:defRPr sz="1200" kern="1200">
          <a:solidFill>
            <a:schemeClr val="tx1"/>
          </a:solidFill>
          <a:latin typeface="+mn-lt"/>
          <a:ea typeface="+mn-ea"/>
          <a:cs typeface="+mn-cs"/>
        </a:defRPr>
      </a:lvl3pPr>
      <a:lvl4pPr marL="0" indent="0" algn="l" defTabSz="914318" rtl="0" eaLnBrk="1" latinLnBrk="0" hangingPunct="1">
        <a:lnSpc>
          <a:spcPct val="150000"/>
        </a:lnSpc>
        <a:spcBef>
          <a:spcPts val="499"/>
        </a:spcBef>
        <a:buFont typeface="Arial" panose="020B0604020202020204" pitchFamily="34" charset="0"/>
        <a:buNone/>
        <a:defRPr sz="1000" kern="1200">
          <a:solidFill>
            <a:schemeClr val="tx1">
              <a:alpha val="70000"/>
            </a:schemeClr>
          </a:solidFill>
          <a:latin typeface="+mn-lt"/>
          <a:ea typeface="+mn-ea"/>
          <a:cs typeface="+mn-cs"/>
        </a:defRPr>
      </a:lvl4pPr>
      <a:lvl5pPr marL="0" indent="0" algn="l" defTabSz="914318" rtl="0" eaLnBrk="1" latinLnBrk="0" hangingPunct="1">
        <a:lnSpc>
          <a:spcPct val="150000"/>
        </a:lnSpc>
        <a:spcBef>
          <a:spcPts val="499"/>
        </a:spcBef>
        <a:buFont typeface="Arial" panose="020B0604020202020204" pitchFamily="34" charset="0"/>
        <a:buNone/>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2160">
          <p15:clr>
            <a:srgbClr val="F26B43"/>
          </p15:clr>
        </p15:guide>
        <p15:guide id="14" orient="horz" pos="346">
          <p15:clr>
            <a:srgbClr val="F26B43"/>
          </p15:clr>
        </p15:guide>
        <p15:guide id="27" orient="horz" pos="3952">
          <p15:clr>
            <a:srgbClr val="F26B43"/>
          </p15:clr>
        </p15:guide>
        <p15:guide id="28" pos="642">
          <p15:clr>
            <a:srgbClr val="F26B43"/>
          </p15:clr>
        </p15:guide>
        <p15:guide id="29" pos="7038">
          <p15:clr>
            <a:srgbClr val="F26B43"/>
          </p15:clr>
        </p15:guide>
        <p15:guide id="44">
          <p15:clr>
            <a:srgbClr val="F26B43"/>
          </p15:clr>
        </p15:guide>
        <p15:guide id="45" pos="7680">
          <p15:clr>
            <a:srgbClr val="F26B43"/>
          </p15:clr>
        </p15:guide>
        <p15:guide id="46" orient="horz">
          <p15:clr>
            <a:srgbClr val="F26B43"/>
          </p15:clr>
        </p15:guide>
        <p15:guide id="47" orient="horz" pos="4320">
          <p15:clr>
            <a:srgbClr val="F26B43"/>
          </p15:clr>
        </p15:guide>
        <p15:guide id="51" orient="horz" pos="70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4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49.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23.png"/><Relationship Id="rId16"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36.png"/><Relationship Id="rId2"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7.png"/><Relationship Id="rId4" Type="http://schemas.openxmlformats.org/officeDocument/2006/relationships/image" Target="../media/image47.sv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8.png"/><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9.png"/><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1.png"/><Relationship Id="rId1" Type="http://schemas.openxmlformats.org/officeDocument/2006/relationships/slideLayout" Target="../slideLayouts/slideLayout3.xml"/><Relationship Id="rId5" Type="http://schemas.openxmlformats.org/officeDocument/2006/relationships/image" Target="../media/image52.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098AF0C-0364-152E-9699-5A3F9AF9F9F6}"/>
              </a:ext>
            </a:extLst>
          </p:cNvPr>
          <p:cNvSpPr txBox="1">
            <a:spLocks/>
          </p:cNvSpPr>
          <p:nvPr/>
        </p:nvSpPr>
        <p:spPr>
          <a:xfrm>
            <a:off x="398520" y="2993719"/>
            <a:ext cx="5554980" cy="538802"/>
          </a:xfrm>
          <a:prstGeom prst="rect">
            <a:avLst/>
          </a:prstGeom>
          <a:effectLst/>
        </p:spPr>
        <p:txBody>
          <a:bodyPr wrap="square">
            <a:spAutoFit/>
          </a:bodyPr>
          <a:lstStyle>
            <a:lvl1pPr algn="ctr" defTabSz="914318" rtl="0" eaLnBrk="1" latinLnBrk="0" hangingPunct="1">
              <a:lnSpc>
                <a:spcPct val="80000"/>
              </a:lnSpc>
              <a:spcBef>
                <a:spcPct val="0"/>
              </a:spcBef>
              <a:buNone/>
              <a:defRPr sz="7600" b="1" i="0" kern="1200" spc="-100" baseline="0">
                <a:solidFill>
                  <a:schemeClr val="tx1"/>
                </a:solidFill>
                <a:latin typeface="Montserrat Black" charset="0"/>
                <a:ea typeface="Montserrat Black" charset="0"/>
                <a:cs typeface="Montserrat Black" charset="0"/>
              </a:defRPr>
            </a:lvl1pPr>
          </a:lstStyle>
          <a:p>
            <a:pPr algn="l"/>
            <a:r>
              <a:rPr lang="en-US" sz="3600">
                <a:latin typeface="Montserrat" panose="00000500000000000000" pitchFamily="50" charset="0"/>
              </a:rPr>
              <a:t>LOGO DEVELOPMENT</a:t>
            </a:r>
          </a:p>
        </p:txBody>
      </p:sp>
      <p:pic>
        <p:nvPicPr>
          <p:cNvPr id="13" name="Picture Placeholder 12" descr="A close-up of a hand holding a pill&#10;&#10;Description automatically generated">
            <a:extLst>
              <a:ext uri="{FF2B5EF4-FFF2-40B4-BE49-F238E27FC236}">
                <a16:creationId xmlns:a16="http://schemas.microsoft.com/office/drawing/2014/main" id="{29E5A971-100E-4113-4FB1-743268B72F44}"/>
              </a:ext>
            </a:extLst>
          </p:cNvPr>
          <p:cNvPicPr>
            <a:picLocks noGrp="1" noChangeAspect="1"/>
          </p:cNvPicPr>
          <p:nvPr>
            <p:ph type="pic" sz="quarter" idx="15"/>
          </p:nvPr>
        </p:nvPicPr>
        <p:blipFill rotWithShape="1">
          <a:blip r:embed="rId2" cstate="print">
            <a:extLst>
              <a:ext uri="{28A0092B-C50C-407E-A947-70E740481C1C}">
                <a14:useLocalDpi xmlns:a14="http://schemas.microsoft.com/office/drawing/2010/main"/>
              </a:ext>
            </a:extLst>
          </a:blip>
          <a:srcRect t="-2210" b="-4103"/>
          <a:stretch/>
        </p:blipFill>
        <p:spPr>
          <a:xfrm>
            <a:off x="6456499" y="1421449"/>
            <a:ext cx="4068863" cy="4370150"/>
          </a:xfrm>
        </p:spPr>
      </p:pic>
      <p:pic>
        <p:nvPicPr>
          <p:cNvPr id="15" name="Picture 14" descr="A blue and white logo&#10;&#10;Description automatically generated">
            <a:extLst>
              <a:ext uri="{FF2B5EF4-FFF2-40B4-BE49-F238E27FC236}">
                <a16:creationId xmlns:a16="http://schemas.microsoft.com/office/drawing/2014/main" id="{1D0DBFAF-D29A-7ED0-CC0B-F7B4F9BAFBC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841417" y="575906"/>
            <a:ext cx="1958431" cy="1201764"/>
          </a:xfrm>
          <a:prstGeom prst="rect">
            <a:avLst/>
          </a:prstGeom>
        </p:spPr>
      </p:pic>
      <p:pic>
        <p:nvPicPr>
          <p:cNvPr id="16" name="Picture 15">
            <a:extLst>
              <a:ext uri="{FF2B5EF4-FFF2-40B4-BE49-F238E27FC236}">
                <a16:creationId xmlns:a16="http://schemas.microsoft.com/office/drawing/2014/main" id="{893F4BE6-F591-168E-07F1-CE2BF7C764CE}"/>
              </a:ext>
            </a:extLst>
          </p:cNvPr>
          <p:cNvPicPr>
            <a:picLocks noChangeAspect="1"/>
          </p:cNvPicPr>
          <p:nvPr/>
        </p:nvPicPr>
        <p:blipFill>
          <a:blip r:embed="rId4"/>
          <a:stretch>
            <a:fillRect/>
          </a:stretch>
        </p:blipFill>
        <p:spPr>
          <a:xfrm>
            <a:off x="0" y="0"/>
            <a:ext cx="12192000" cy="277000"/>
          </a:xfrm>
          <a:prstGeom prst="rect">
            <a:avLst/>
          </a:prstGeom>
        </p:spPr>
      </p:pic>
      <p:sp>
        <p:nvSpPr>
          <p:cNvPr id="7" name="TextBox 6">
            <a:extLst>
              <a:ext uri="{FF2B5EF4-FFF2-40B4-BE49-F238E27FC236}">
                <a16:creationId xmlns:a16="http://schemas.microsoft.com/office/drawing/2014/main" id="{21A6C4DF-D2BD-F160-CDC8-8B38B8E83E51}"/>
              </a:ext>
            </a:extLst>
          </p:cNvPr>
          <p:cNvSpPr txBox="1"/>
          <p:nvPr/>
        </p:nvSpPr>
        <p:spPr>
          <a:xfrm>
            <a:off x="540044" y="4410057"/>
            <a:ext cx="4294081" cy="642090"/>
          </a:xfrm>
          <a:prstGeom prst="rect">
            <a:avLst/>
          </a:prstGeom>
          <a:noFill/>
        </p:spPr>
        <p:txBody>
          <a:bodyPr wrap="square" lIns="0" tIns="36000" rIns="216000" bIns="36000" rtlCol="0" anchor="t">
            <a:spAutoFit/>
          </a:bodyPr>
          <a:lstStyle/>
          <a:p>
            <a:pPr>
              <a:spcBef>
                <a:spcPts val="600"/>
              </a:spcBef>
            </a:pPr>
            <a:r>
              <a:rPr lang="en-US" sz="1600" b="1" spc="200"/>
              <a:t>October 23, 2024</a:t>
            </a:r>
          </a:p>
          <a:p>
            <a:pPr>
              <a:spcBef>
                <a:spcPts val="600"/>
              </a:spcBef>
            </a:pPr>
            <a:r>
              <a:rPr lang="es-ES" sz="1600" b="1"/>
              <a:t>Project: OCS01LOGO</a:t>
            </a:r>
            <a:r>
              <a:rPr lang="en-US" sz="1600"/>
              <a:t> </a:t>
            </a:r>
            <a:endParaRPr lang="en-US" sz="1600" b="1" spc="200"/>
          </a:p>
        </p:txBody>
      </p:sp>
      <p:pic>
        <p:nvPicPr>
          <p:cNvPr id="2" name="Picture 1" descr="A blue and black sign with white text&#10;&#10;Description automatically generated">
            <a:extLst>
              <a:ext uri="{FF2B5EF4-FFF2-40B4-BE49-F238E27FC236}">
                <a16:creationId xmlns:a16="http://schemas.microsoft.com/office/drawing/2014/main" id="{26133932-BD5F-E194-E200-9A1051A2A3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480" y="571606"/>
            <a:ext cx="1656486" cy="1175571"/>
          </a:xfrm>
          <a:prstGeom prst="rect">
            <a:avLst/>
          </a:prstGeom>
        </p:spPr>
      </p:pic>
      <p:sp>
        <p:nvSpPr>
          <p:cNvPr id="9" name="TextBox 8">
            <a:extLst>
              <a:ext uri="{FF2B5EF4-FFF2-40B4-BE49-F238E27FC236}">
                <a16:creationId xmlns:a16="http://schemas.microsoft.com/office/drawing/2014/main" id="{33B835BA-2BD3-00A1-AB78-E8A490F37E55}"/>
              </a:ext>
            </a:extLst>
          </p:cNvPr>
          <p:cNvSpPr txBox="1"/>
          <p:nvPr/>
        </p:nvSpPr>
        <p:spPr>
          <a:xfrm>
            <a:off x="1050966" y="5745126"/>
            <a:ext cx="10090068" cy="276999"/>
          </a:xfrm>
          <a:prstGeom prst="rect">
            <a:avLst/>
          </a:prstGeom>
          <a:noFill/>
        </p:spPr>
        <p:txBody>
          <a:bodyPr wrap="square" rtlCol="0">
            <a:spAutoFit/>
          </a:bodyPr>
          <a:lstStyle/>
          <a:p>
            <a:pPr marL="0" marR="0" lvl="0" indent="0" algn="ctr" defTabSz="71323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ea typeface="+mn-ea"/>
                <a:cs typeface="Calibri" panose="020F0502020204030204" pitchFamily="34" charset="0"/>
              </a:rPr>
              <a:t>BASEL     </a:t>
            </a:r>
            <a:r>
              <a:rPr kumimoji="0" lang="en-US" sz="1200" i="0" u="none" strike="noStrike" kern="1200" cap="none" spc="0" normalizeH="0" baseline="0" noProof="0">
                <a:ln>
                  <a:noFill/>
                </a:ln>
                <a:effectLst/>
                <a:uLnTx/>
                <a:uFillTx/>
                <a:ea typeface="+mn-ea"/>
                <a:cs typeface="Calibri" panose="020F0502020204030204" pitchFamily="34" charset="0"/>
              </a:rPr>
              <a:t>BOSTON</a:t>
            </a:r>
            <a:r>
              <a:rPr kumimoji="0" lang="en-US" sz="1200" b="0" i="0" u="none" strike="noStrike" kern="1200" cap="none" spc="0" normalizeH="0" baseline="0" noProof="0">
                <a:ln>
                  <a:noFill/>
                </a:ln>
                <a:effectLst/>
                <a:uLnTx/>
                <a:uFillTx/>
                <a:ea typeface="+mn-ea"/>
                <a:cs typeface="Calibri" panose="020F0502020204030204" pitchFamily="34" charset="0"/>
              </a:rPr>
              <a:t> </a:t>
            </a:r>
            <a:r>
              <a:rPr kumimoji="0" lang="en-US" sz="1200" b="0" i="0" u="none" strike="noStrike" kern="1200" cap="none" spc="0" normalizeH="0" noProof="0">
                <a:ln>
                  <a:noFill/>
                </a:ln>
                <a:effectLst/>
                <a:uLnTx/>
                <a:uFillTx/>
                <a:ea typeface="+mn-ea"/>
                <a:cs typeface="Calibri" panose="020F0502020204030204" pitchFamily="34" charset="0"/>
              </a:rPr>
              <a:t>   </a:t>
            </a:r>
            <a:r>
              <a:rPr kumimoji="0" lang="en-US" sz="1200" b="0" i="0" u="none" strike="noStrike" kern="1200" cap="none" spc="0" normalizeH="0" baseline="0" noProof="0">
                <a:ln>
                  <a:noFill/>
                </a:ln>
                <a:effectLst/>
                <a:uLnTx/>
                <a:uFillTx/>
                <a:ea typeface="+mn-ea"/>
                <a:cs typeface="Calibri" panose="020F0502020204030204" pitchFamily="34" charset="0"/>
              </a:rPr>
              <a:t>CHICAGO     DALLAS     FRANKFURT     LONDON     LOS ANGELES     MIAMI     MONTRÉAL     MUMBAI</a:t>
            </a:r>
            <a:endParaRPr kumimoji="0" lang="en-US" sz="1200" i="0" u="none" strike="noStrike" kern="1200" cap="none" spc="0" normalizeH="0" baseline="0" noProof="0">
              <a:ln>
                <a:noFill/>
              </a:ln>
              <a:effectLst/>
              <a:uLnTx/>
              <a:uFillTx/>
              <a:ea typeface="+mn-ea"/>
              <a:cs typeface="Calibri" panose="020F0502020204030204" pitchFamily="34" charset="0"/>
            </a:endParaRPr>
          </a:p>
        </p:txBody>
      </p:sp>
      <p:sp>
        <p:nvSpPr>
          <p:cNvPr id="10" name="TextBox 9">
            <a:extLst>
              <a:ext uri="{FF2B5EF4-FFF2-40B4-BE49-F238E27FC236}">
                <a16:creationId xmlns:a16="http://schemas.microsoft.com/office/drawing/2014/main" id="{B087243B-CD1A-8330-FF27-8EA437DF9DF8}"/>
              </a:ext>
            </a:extLst>
          </p:cNvPr>
          <p:cNvSpPr txBox="1"/>
          <p:nvPr/>
        </p:nvSpPr>
        <p:spPr>
          <a:xfrm>
            <a:off x="0" y="6068392"/>
            <a:ext cx="12192000" cy="276999"/>
          </a:xfrm>
          <a:prstGeom prst="rect">
            <a:avLst/>
          </a:prstGeom>
          <a:noFill/>
        </p:spPr>
        <p:txBody>
          <a:bodyPr wrap="square" rtlCol="0">
            <a:spAutoFit/>
          </a:bodyPr>
          <a:lstStyle/>
          <a:p>
            <a:pPr lvl="0" algn="ctr" defTabSz="713232">
              <a:defRPr/>
            </a:pPr>
            <a:r>
              <a:rPr lang="en-US" sz="1200">
                <a:cs typeface="Calibri" panose="020F0502020204030204" pitchFamily="34" charset="0"/>
              </a:rPr>
              <a:t>NEW YORK     OTTAWA     RALEIGH     </a:t>
            </a:r>
            <a:r>
              <a:rPr kumimoji="0" lang="en-US" sz="1200" b="0" i="0" u="none" strike="noStrike" kern="1200" cap="none" spc="0" normalizeH="0" baseline="0" noProof="0">
                <a:ln>
                  <a:noFill/>
                </a:ln>
                <a:effectLst/>
                <a:uLnTx/>
                <a:uFillTx/>
                <a:ea typeface="+mn-ea"/>
                <a:cs typeface="Calibri" panose="020F0502020204030204" pitchFamily="34" charset="0"/>
              </a:rPr>
              <a:t>ROCKVILLE     SAN FRANCISCO     SAN JUAN     SÃO PAULO     SEOUL     TOKYO     TORONTO</a:t>
            </a:r>
          </a:p>
        </p:txBody>
      </p:sp>
      <p:sp>
        <p:nvSpPr>
          <p:cNvPr id="6" name="TextBox 5">
            <a:extLst>
              <a:ext uri="{FF2B5EF4-FFF2-40B4-BE49-F238E27FC236}">
                <a16:creationId xmlns:a16="http://schemas.microsoft.com/office/drawing/2014/main" id="{8A1EC6D0-95E4-899E-64F9-15463143BD17}"/>
              </a:ext>
            </a:extLst>
          </p:cNvPr>
          <p:cNvSpPr txBox="1"/>
          <p:nvPr/>
        </p:nvSpPr>
        <p:spPr>
          <a:xfrm>
            <a:off x="3046071" y="6390600"/>
            <a:ext cx="6099858" cy="276999"/>
          </a:xfrm>
          <a:prstGeom prst="rect">
            <a:avLst/>
          </a:prstGeom>
          <a:noFill/>
          <a:effectLst/>
        </p:spPr>
        <p:txBody>
          <a:bodyPr wrap="square">
            <a:spAutoFit/>
          </a:bodyPr>
          <a:lstStyle/>
          <a:p>
            <a:pPr algn="ctr"/>
            <a:r>
              <a:rPr lang="en-US" sz="1200">
                <a:solidFill>
                  <a:schemeClr val="bg1">
                    <a:lumMod val="65000"/>
                  </a:schemeClr>
                </a:solidFill>
              </a:rPr>
              <a:t>Proprietary &amp; Confidential</a:t>
            </a:r>
          </a:p>
        </p:txBody>
      </p:sp>
    </p:spTree>
    <p:extLst>
      <p:ext uri="{BB962C8B-B14F-4D97-AF65-F5344CB8AC3E}">
        <p14:creationId xmlns:p14="http://schemas.microsoft.com/office/powerpoint/2010/main" val="1545977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1000"/>
                                  </p:stCondLst>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ppt_w</p:attrName>
                                        </p:attrNameLst>
                                      </p:cBhvr>
                                      <p:tavLst>
                                        <p:tav tm="0">
                                          <p:val>
                                            <p:strVal val="2/3*#ppt_w"/>
                                          </p:val>
                                        </p:tav>
                                        <p:tav tm="100000">
                                          <p:val>
                                            <p:strVal val="#ppt_w"/>
                                          </p:val>
                                        </p:tav>
                                      </p:tavLst>
                                    </p:anim>
                                    <p:anim calcmode="lin" valueType="num">
                                      <p:cBhvr>
                                        <p:cTn id="8" dur="250" fill="hold"/>
                                        <p:tgtEl>
                                          <p:spTgt spid="7"/>
                                        </p:tgtEl>
                                        <p:attrNameLst>
                                          <p:attrName>ppt_h</p:attrName>
                                        </p:attrNameLst>
                                      </p:cBhvr>
                                      <p:tavLst>
                                        <p:tav tm="0">
                                          <p:val>
                                            <p:strVal val="2/3*#ppt_h"/>
                                          </p:val>
                                        </p:tav>
                                        <p:tav tm="100000">
                                          <p:val>
                                            <p:strVal val="#ppt_h"/>
                                          </p:val>
                                        </p:tav>
                                      </p:tavLst>
                                    </p:anim>
                                  </p:childTnLst>
                                </p:cTn>
                              </p:par>
                              <p:par>
                                <p:cTn id="9" presetID="42" presetClass="path" presetSubtype="0" accel="49333" decel="50667" fill="hold" grpId="1" nodeType="withEffect">
                                  <p:stCondLst>
                                    <p:cond delay="1000"/>
                                  </p:stCondLst>
                                  <p:childTnLst>
                                    <p:animMotion origin="layout" path="M 2.08333E-6 -7.40741E-7 L -0.06797 0.00093 " pathEditMode="relative" rAng="0" ptsTypes="AA">
                                      <p:cBhvr>
                                        <p:cTn id="10" dur="500" spd="-100000" fill="hold"/>
                                        <p:tgtEl>
                                          <p:spTgt spid="7"/>
                                        </p:tgtEl>
                                        <p:attrNameLst>
                                          <p:attrName>ppt_x</p:attrName>
                                          <p:attrName>ppt_y</p:attrName>
                                        </p:attrNameLst>
                                      </p:cBhvr>
                                      <p:rCtr x="-3398" y="46"/>
                                    </p:animMotion>
                                  </p:childTnLst>
                                </p:cTn>
                              </p:par>
                              <p:par>
                                <p:cTn id="11" presetID="10" presetClass="entr" presetSubtype="0" fill="hold" grpId="0" nodeType="withEffect">
                                  <p:stCondLst>
                                    <p:cond delay="225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25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F112B4-5E71-04A1-110F-3A67EBDF2337}"/>
              </a:ext>
            </a:extLst>
          </p:cNvPr>
          <p:cNvSpPr>
            <a:spLocks noGrp="1"/>
          </p:cNvSpPr>
          <p:nvPr>
            <p:ph type="title"/>
          </p:nvPr>
        </p:nvSpPr>
        <p:spPr/>
        <p:txBody>
          <a:bodyPr/>
          <a:lstStyle/>
          <a:p>
            <a:r>
              <a:rPr lang="en-US"/>
              <a:t>Product </a:t>
            </a:r>
            <a:r>
              <a:rPr lang="en-US">
                <a:solidFill>
                  <a:schemeClr val="tx2"/>
                </a:solidFill>
              </a:rPr>
              <a:t>Description </a:t>
            </a:r>
          </a:p>
        </p:txBody>
      </p:sp>
      <p:sp>
        <p:nvSpPr>
          <p:cNvPr id="32" name="Text Placeholder 31">
            <a:extLst>
              <a:ext uri="{FF2B5EF4-FFF2-40B4-BE49-F238E27FC236}">
                <a16:creationId xmlns:a16="http://schemas.microsoft.com/office/drawing/2014/main" id="{702F348C-B1A1-69F5-055F-EC96B55A52C6}"/>
              </a:ext>
            </a:extLst>
          </p:cNvPr>
          <p:cNvSpPr>
            <a:spLocks noGrp="1"/>
          </p:cNvSpPr>
          <p:nvPr>
            <p:ph type="body" sz="quarter" idx="10"/>
          </p:nvPr>
        </p:nvSpPr>
        <p:spPr>
          <a:xfrm>
            <a:off x="561975" y="1061654"/>
            <a:ext cx="11347450" cy="5669565"/>
          </a:xfrm>
        </p:spPr>
        <p:txBody>
          <a:bodyPr/>
          <a:lstStyle/>
          <a:p>
            <a:pPr marL="0" indent="0" algn="l">
              <a:lnSpc>
                <a:spcPct val="150000"/>
              </a:lnSpc>
              <a:buNone/>
              <a:defRPr/>
            </a:pPr>
            <a:r>
              <a:rPr lang="en-US" sz="1300" b="1"/>
              <a:t>DME:</a:t>
            </a:r>
          </a:p>
          <a:p>
            <a:pPr marL="285750" indent="-285750" algn="l">
              <a:lnSpc>
                <a:spcPct val="150000"/>
              </a:lnSpc>
              <a:buClr>
                <a:srgbClr val="011893"/>
              </a:buClr>
              <a:buFont typeface="Wingdings" pitchFamily="2" charset="2"/>
              <a:buChar char="§"/>
              <a:defRPr/>
            </a:pPr>
            <a:r>
              <a:rPr lang="en-US" sz="1300"/>
              <a:t>OCS-01, an OPTIREACH® formulation of high concentration dexamethasone eye drop, has the potential to become the first non-invasive treatment option for DME to address unmet medical needs for both earlier treatment intervention and for the treatment of suboptimal responders to anti-VEGF therapies, the current standard of care.</a:t>
            </a:r>
          </a:p>
          <a:p>
            <a:pPr marL="285750" indent="-285750" algn="l">
              <a:lnSpc>
                <a:spcPct val="150000"/>
              </a:lnSpc>
              <a:buClr>
                <a:srgbClr val="011893"/>
              </a:buClr>
              <a:buFont typeface="Wingdings" pitchFamily="2" charset="2"/>
              <a:buChar char="§"/>
              <a:defRPr/>
            </a:pPr>
            <a:r>
              <a:rPr lang="en-US" sz="1300"/>
              <a:t>The OPTIREACH® solubilizing formulation technology addresses the main limitations of conventional eye drops by improving the solubility of lipophilic drugs, increasing the residence time on the eye surface and thereby, enabling less frequent administration for front-of-the-eye and the drug passage from the eye surface to the posterior segment for back-of-the-eye diseases.</a:t>
            </a:r>
          </a:p>
          <a:p>
            <a:pPr marL="285750" indent="-285750" algn="l">
              <a:lnSpc>
                <a:spcPct val="150000"/>
              </a:lnSpc>
              <a:buClr>
                <a:srgbClr val="011893"/>
              </a:buClr>
              <a:buFont typeface="Wingdings" pitchFamily="2" charset="2"/>
              <a:buChar char="§"/>
              <a:defRPr/>
            </a:pPr>
            <a:r>
              <a:rPr lang="en-US" sz="1300"/>
              <a:t>Big unmet need for early treatment intervention</a:t>
            </a:r>
          </a:p>
          <a:p>
            <a:pPr marL="285750" indent="-285750" algn="l">
              <a:lnSpc>
                <a:spcPct val="150000"/>
              </a:lnSpc>
              <a:buClr>
                <a:srgbClr val="011893"/>
              </a:buClr>
              <a:buFont typeface="Wingdings" pitchFamily="2" charset="2"/>
              <a:buChar char="§"/>
              <a:defRPr/>
            </a:pPr>
            <a:r>
              <a:rPr lang="en-US" sz="1300"/>
              <a:t>Topical Eye Drop, first time for DME that has shown effectiveness</a:t>
            </a:r>
          </a:p>
          <a:p>
            <a:pPr marL="285750" indent="-285750" algn="l">
              <a:lnSpc>
                <a:spcPct val="150000"/>
              </a:lnSpc>
              <a:buClr>
                <a:srgbClr val="011893"/>
              </a:buClr>
              <a:buFont typeface="Wingdings" pitchFamily="2" charset="2"/>
              <a:buChar char="§"/>
              <a:defRPr/>
            </a:pPr>
            <a:r>
              <a:rPr lang="en-US" sz="1300"/>
              <a:t>Patient Benefit: self-administration, being in control</a:t>
            </a:r>
            <a:br>
              <a:rPr lang="en-US" sz="1300"/>
            </a:br>
            <a:endParaRPr lang="en-US" sz="1300"/>
          </a:p>
          <a:p>
            <a:pPr algn="l">
              <a:lnSpc>
                <a:spcPct val="150000"/>
              </a:lnSpc>
              <a:buClr>
                <a:srgbClr val="011893"/>
              </a:buClr>
              <a:defRPr/>
            </a:pPr>
            <a:r>
              <a:rPr lang="en-US" sz="1300" b="1"/>
              <a:t>Post-Ocular Surgery:</a:t>
            </a:r>
            <a:endParaRPr lang="en-US" sz="1300"/>
          </a:p>
          <a:p>
            <a:pPr marL="285750" indent="-285750" algn="l">
              <a:lnSpc>
                <a:spcPct val="150000"/>
              </a:lnSpc>
              <a:buClr>
                <a:srgbClr val="011893"/>
              </a:buClr>
              <a:buFont typeface="Wingdings" pitchFamily="2" charset="2"/>
              <a:buChar char="§"/>
              <a:defRPr/>
            </a:pPr>
            <a:r>
              <a:rPr lang="en-US" sz="1300"/>
              <a:t>The OPTIREACH® solubilizing formulation technology addresses the main limitations of conventional eye drops by improving the solubility of lipophilic drugs, increasing the residence time on the eye surface and thereby, enabling less frequent administration for front-of-the-eye and the drug passage from the eye surface to the posterior segment for back-of-the-eye diseases.</a:t>
            </a:r>
          </a:p>
          <a:p>
            <a:pPr marL="285750" indent="-285750" algn="l">
              <a:lnSpc>
                <a:spcPct val="150000"/>
              </a:lnSpc>
              <a:buClr>
                <a:srgbClr val="011893"/>
              </a:buClr>
              <a:buFont typeface="Wingdings" pitchFamily="2" charset="2"/>
              <a:buChar char="§"/>
              <a:defRPr/>
            </a:pPr>
            <a:r>
              <a:rPr lang="en-US" sz="1300"/>
              <a:t>OCS-01 will be the first once-daily, high concentration, preservative-free steroid eye drop for treating inflammation and pain following ocular surgery.</a:t>
            </a:r>
          </a:p>
          <a:p>
            <a:pPr marL="285750" indent="-285750" algn="l">
              <a:lnSpc>
                <a:spcPct val="150000"/>
              </a:lnSpc>
              <a:buClr>
                <a:srgbClr val="011893"/>
              </a:buClr>
              <a:buFont typeface="Wingdings" pitchFamily="2" charset="2"/>
              <a:buChar char="§"/>
              <a:defRPr/>
            </a:pPr>
            <a:r>
              <a:rPr lang="en-US" sz="1300"/>
              <a:t>Innovative and penetrates (and treats) retina</a:t>
            </a:r>
          </a:p>
          <a:p>
            <a:pPr marL="285750" indent="-285750" algn="l">
              <a:lnSpc>
                <a:spcPct val="150000"/>
              </a:lnSpc>
              <a:buClr>
                <a:srgbClr val="011893"/>
              </a:buClr>
              <a:buFont typeface="Wingdings" pitchFamily="2" charset="2"/>
              <a:buChar char="§"/>
              <a:defRPr/>
            </a:pPr>
            <a:endParaRPr lang="en-US" sz="1300"/>
          </a:p>
          <a:p>
            <a:pPr marL="0" indent="0" algn="l">
              <a:lnSpc>
                <a:spcPct val="150000"/>
              </a:lnSpc>
              <a:buNone/>
              <a:defRPr/>
            </a:pPr>
            <a:endParaRPr lang="en-US" sz="1300"/>
          </a:p>
        </p:txBody>
      </p:sp>
    </p:spTree>
    <p:extLst>
      <p:ext uri="{BB962C8B-B14F-4D97-AF65-F5344CB8AC3E}">
        <p14:creationId xmlns:p14="http://schemas.microsoft.com/office/powerpoint/2010/main" val="556478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A picture containing indoor, person, electronics, computer&#10;&#10;Description automatically generated">
            <a:extLst>
              <a:ext uri="{FF2B5EF4-FFF2-40B4-BE49-F238E27FC236}">
                <a16:creationId xmlns:a16="http://schemas.microsoft.com/office/drawing/2014/main" id="{52E59306-FB4E-0443-9E70-0FCA0FCA1249}"/>
              </a:ext>
            </a:extLst>
          </p:cNvPr>
          <p:cNvPicPr>
            <a:picLocks noChangeAspect="1"/>
          </p:cNvPicPr>
          <p:nvPr/>
        </p:nvPicPr>
        <p:blipFill rotWithShape="1">
          <a:blip r:embed="rId2"/>
          <a:srcRect l="35654" r="8999"/>
          <a:stretch/>
        </p:blipFill>
        <p:spPr>
          <a:xfrm>
            <a:off x="-1" y="0"/>
            <a:ext cx="6748041" cy="6858000"/>
          </a:xfrm>
          <a:prstGeom prst="rect">
            <a:avLst/>
          </a:prstGeom>
        </p:spPr>
      </p:pic>
      <p:sp>
        <p:nvSpPr>
          <p:cNvPr id="5" name="TextBox 4">
            <a:extLst>
              <a:ext uri="{FF2B5EF4-FFF2-40B4-BE49-F238E27FC236}">
                <a16:creationId xmlns:a16="http://schemas.microsoft.com/office/drawing/2014/main" id="{7DC46C80-E509-734B-92AC-8E1DD066350E}"/>
              </a:ext>
            </a:extLst>
          </p:cNvPr>
          <p:cNvSpPr txBox="1"/>
          <p:nvPr/>
        </p:nvSpPr>
        <p:spPr>
          <a:xfrm>
            <a:off x="8663233" y="-518474"/>
            <a:ext cx="184731" cy="369332"/>
          </a:xfrm>
          <a:prstGeom prst="rect">
            <a:avLst/>
          </a:prstGeom>
          <a:noFill/>
        </p:spPr>
        <p:txBody>
          <a:bodyPr wrap="none" rtlCol="0">
            <a:spAutoFit/>
          </a:bodyPr>
          <a:lstStyle/>
          <a:p>
            <a:endParaRPr lang="en-US"/>
          </a:p>
        </p:txBody>
      </p:sp>
      <p:sp>
        <p:nvSpPr>
          <p:cNvPr id="27" name="Rectangle 26">
            <a:extLst>
              <a:ext uri="{FF2B5EF4-FFF2-40B4-BE49-F238E27FC236}">
                <a16:creationId xmlns:a16="http://schemas.microsoft.com/office/drawing/2014/main" id="{DF5303FB-BB30-354A-B5AA-5406F26EC4E0}"/>
              </a:ext>
            </a:extLst>
          </p:cNvPr>
          <p:cNvSpPr/>
          <p:nvPr/>
        </p:nvSpPr>
        <p:spPr>
          <a:xfrm>
            <a:off x="-5260" y="0"/>
            <a:ext cx="12197260" cy="6858000"/>
          </a:xfrm>
          <a:prstGeom prst="rect">
            <a:avLst/>
          </a:prstGeom>
          <a:gradFill>
            <a:gsLst>
              <a:gs pos="45000">
                <a:schemeClr val="bg1">
                  <a:lumMod val="100000"/>
                </a:schemeClr>
              </a:gs>
              <a:gs pos="100000">
                <a:schemeClr val="bg1">
                  <a:alpha val="0"/>
                </a:schemeClr>
              </a:gs>
            </a:gsLst>
            <a:lin ang="10800000" scaled="0"/>
          </a:gra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E61D965-5424-734C-86BC-CB73B3CCA296}"/>
              </a:ext>
            </a:extLst>
          </p:cNvPr>
          <p:cNvSpPr/>
          <p:nvPr/>
        </p:nvSpPr>
        <p:spPr>
          <a:xfrm>
            <a:off x="591253" y="522692"/>
            <a:ext cx="2671757" cy="492443"/>
          </a:xfrm>
          <a:prstGeom prst="rect">
            <a:avLst/>
          </a:prstGeom>
        </p:spPr>
        <p:txBody>
          <a:bodyPr wrap="none">
            <a:spAutoFit/>
          </a:bodyPr>
          <a:lstStyle/>
          <a:p>
            <a:pPr>
              <a:spcAft>
                <a:spcPts val="600"/>
              </a:spcAft>
            </a:pPr>
            <a:r>
              <a:rPr lang="en-US" sz="2600" b="1"/>
              <a:t>Creative</a:t>
            </a:r>
            <a:r>
              <a:rPr lang="en-US" sz="2600" b="1">
                <a:latin typeface="+mj-lt"/>
              </a:rPr>
              <a:t> </a:t>
            </a:r>
            <a:r>
              <a:rPr lang="en-US" sz="2600">
                <a:latin typeface="+mj-lt"/>
              </a:rPr>
              <a:t>Direction</a:t>
            </a:r>
          </a:p>
        </p:txBody>
      </p:sp>
      <p:cxnSp>
        <p:nvCxnSpPr>
          <p:cNvPr id="30" name="Straight Connector 29">
            <a:extLst>
              <a:ext uri="{FF2B5EF4-FFF2-40B4-BE49-F238E27FC236}">
                <a16:creationId xmlns:a16="http://schemas.microsoft.com/office/drawing/2014/main" id="{233571D2-401F-C747-86B7-E022B064329A}"/>
              </a:ext>
            </a:extLst>
          </p:cNvPr>
          <p:cNvCxnSpPr>
            <a:cxnSpLocks/>
          </p:cNvCxnSpPr>
          <p:nvPr/>
        </p:nvCxnSpPr>
        <p:spPr>
          <a:xfrm>
            <a:off x="1439618" y="484209"/>
            <a:ext cx="884171" cy="0"/>
          </a:xfrm>
          <a:prstGeom prst="line">
            <a:avLst/>
          </a:prstGeom>
          <a:ln w="25400" cap="rnd">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1026">
            <a:extLst>
              <a:ext uri="{FF2B5EF4-FFF2-40B4-BE49-F238E27FC236}">
                <a16:creationId xmlns:a16="http://schemas.microsoft.com/office/drawing/2014/main" id="{06BDF404-3B3F-C74D-AD9F-A5BB262D2487}"/>
              </a:ext>
            </a:extLst>
          </p:cNvPr>
          <p:cNvSpPr>
            <a:spLocks noChangeArrowheads="1"/>
          </p:cNvSpPr>
          <p:nvPr/>
        </p:nvSpPr>
        <p:spPr bwMode="auto">
          <a:xfrm>
            <a:off x="4849090" y="340421"/>
            <a:ext cx="7193973" cy="6758877"/>
          </a:xfrm>
          <a:prstGeom prst="rect">
            <a:avLst/>
          </a:prstGeom>
          <a:extLst>
            <a:ext uri="{909E8E84-426E-40dd-AFC4-6F175D3DCCD1}"/>
            <a:ext uri="{91240B29-F687-4f45-9708-019B960494DF}"/>
          </a:extLst>
        </p:spPr>
        <p:txBody>
          <a:bodyPr vert="horz" lIns="91440" tIns="45720" rIns="91440" bIns="45720" rtlCol="0" anchor="t">
            <a:noAutofit/>
          </a:bodyPr>
          <a:lstStyle>
            <a:lvl1pPr marL="285750" indent="-285750">
              <a:defRPr sz="2400">
                <a:solidFill>
                  <a:schemeClr val="tx1"/>
                </a:solidFill>
                <a:latin typeface="Cambria" panose="02040503050406030204" pitchFamily="18" charset="0"/>
                <a:ea typeface="MS PGothic" panose="020B0600070205080204" pitchFamily="34" charset="-128"/>
              </a:defRPr>
            </a:lvl1pPr>
            <a:lvl2pPr marL="571500" indent="-171450">
              <a:defRPr sz="2400">
                <a:solidFill>
                  <a:schemeClr val="tx1"/>
                </a:solidFill>
                <a:latin typeface="Cambria" panose="02040503050406030204" pitchFamily="18" charset="0"/>
                <a:ea typeface="MS PGothic" panose="020B0600070205080204" pitchFamily="34" charset="-128"/>
              </a:defRPr>
            </a:lvl2pPr>
            <a:lvl3pPr marL="1143000" indent="-228600">
              <a:defRPr sz="2400">
                <a:solidFill>
                  <a:schemeClr val="tx1"/>
                </a:solidFill>
                <a:latin typeface="Cambria" panose="02040503050406030204" pitchFamily="18" charset="0"/>
                <a:ea typeface="MS PGothic" panose="020B0600070205080204" pitchFamily="34" charset="-128"/>
              </a:defRPr>
            </a:lvl3pPr>
            <a:lvl4pPr marL="1600200" indent="-228600">
              <a:defRPr sz="2400">
                <a:solidFill>
                  <a:schemeClr val="tx1"/>
                </a:solidFill>
                <a:latin typeface="Cambria" panose="02040503050406030204" pitchFamily="18" charset="0"/>
                <a:ea typeface="MS PGothic" panose="020B0600070205080204" pitchFamily="34" charset="-128"/>
              </a:defRPr>
            </a:lvl4pPr>
            <a:lvl5pPr marL="2057400" indent="-228600">
              <a:defRPr sz="2400">
                <a:solidFill>
                  <a:schemeClr val="tx1"/>
                </a:solidFill>
                <a:latin typeface="Cambria" panose="02040503050406030204" pitchFamily="18"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mbria" panose="02040503050406030204" pitchFamily="18"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mbria" panose="02040503050406030204" pitchFamily="18"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mbria" panose="02040503050406030204" pitchFamily="18"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mbria" panose="02040503050406030204" pitchFamily="18" charset="0"/>
                <a:ea typeface="MS PGothic" panose="020B0600070205080204" pitchFamily="34" charset="-128"/>
              </a:defRPr>
            </a:lvl9pPr>
          </a:lstStyle>
          <a:p>
            <a:pPr marL="57150" indent="0" defTabSz="914400">
              <a:lnSpc>
                <a:spcPct val="90000"/>
              </a:lnSpc>
              <a:spcAft>
                <a:spcPts val="600"/>
              </a:spcAft>
              <a:buClr>
                <a:schemeClr val="tx1"/>
              </a:buClr>
              <a:defRPr/>
            </a:pPr>
            <a:r>
              <a:rPr lang="en-US" sz="2000" b="1">
                <a:latin typeface="+mn-lt"/>
                <a:ea typeface="+mn-ea"/>
                <a:cs typeface="Calibri" panose="020F0502020204030204" pitchFamily="34" charset="0"/>
              </a:rPr>
              <a:t>What should we explore ?</a:t>
            </a:r>
            <a:endParaRPr lang="en-US" sz="1800">
              <a:latin typeface="+mn-lt"/>
              <a:ea typeface="+mn-ea"/>
            </a:endParaRPr>
          </a:p>
          <a:p>
            <a:pPr marL="57150" indent="0" defTabSz="914400">
              <a:lnSpc>
                <a:spcPct val="90000"/>
              </a:lnSpc>
              <a:spcAft>
                <a:spcPts val="600"/>
              </a:spcAft>
              <a:buClr>
                <a:srgbClr val="011893"/>
              </a:buClr>
              <a:defRPr/>
            </a:pPr>
            <a:r>
              <a:rPr lang="en-US" sz="1700">
                <a:latin typeface="+mn-lt"/>
                <a:ea typeface="+mn-ea"/>
              </a:rPr>
              <a:t>It needs to convey the benefit of the product:</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Patient Benefit: self-administration, being in control</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Topical Eye Drop, first time for DME that has shown effectiveness</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Big unmet need for early treatment intervention</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Embedded in logo but has meaning</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Stand alone in front of the name (Cosentyx and Humira style)</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No eye-drop (as it’s in the Corp logo)</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Icon into the name representing going through layers (but not pointy or injection-like)</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Icon drop on A (as provided below)</a:t>
            </a:r>
          </a:p>
          <a:p>
            <a:pPr marL="342900" defTabSz="914400">
              <a:lnSpc>
                <a:spcPct val="90000"/>
              </a:lnSpc>
              <a:spcAft>
                <a:spcPts val="600"/>
              </a:spcAft>
              <a:buClr>
                <a:srgbClr val="011893"/>
              </a:buClr>
              <a:buFont typeface="Wingdings" pitchFamily="2" charset="2"/>
              <a:buChar char="§"/>
              <a:defRPr/>
            </a:pPr>
            <a:endParaRPr lang="en-US" sz="14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4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400">
              <a:latin typeface="+mn-lt"/>
              <a:ea typeface="+mn-ea"/>
            </a:endParaRPr>
          </a:p>
          <a:p>
            <a:pPr marL="342900" defTabSz="914400">
              <a:lnSpc>
                <a:spcPct val="90000"/>
              </a:lnSpc>
              <a:spcAft>
                <a:spcPts val="600"/>
              </a:spcAft>
              <a:buClr>
                <a:srgbClr val="011893"/>
              </a:buClr>
              <a:buFont typeface="Wingdings" pitchFamily="2" charset="2"/>
              <a:buChar char="§"/>
              <a:defRPr/>
            </a:pPr>
            <a:r>
              <a:rPr lang="en-US" sz="1400">
                <a:latin typeface="+mn-lt"/>
                <a:ea typeface="+mn-ea"/>
              </a:rPr>
              <a:t>Options for both VUSJA and </a:t>
            </a:r>
            <a:r>
              <a:rPr lang="en-US" sz="1400" err="1">
                <a:latin typeface="+mn-lt"/>
                <a:ea typeface="+mn-ea"/>
              </a:rPr>
              <a:t>VuSja</a:t>
            </a:r>
            <a:r>
              <a:rPr lang="en-US" sz="1400">
                <a:latin typeface="+mn-lt"/>
                <a:ea typeface="+mn-ea"/>
              </a:rPr>
              <a:t> capitalization </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No Angles/Pointy</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Highly concentrated and potent steroid (not too soft)</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Try multiple fonts (thick and thin)</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Modern and Sleek (Cosentyx)</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Direct meaning of the of the imagery needs to be conveyed. Avoid abstracts</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Multiple lines conveying layers of the eye </a:t>
            </a:r>
          </a:p>
          <a:p>
            <a:pPr marL="342900" defTabSz="914400">
              <a:lnSpc>
                <a:spcPct val="90000"/>
              </a:lnSpc>
              <a:spcAft>
                <a:spcPts val="600"/>
              </a:spcAft>
              <a:buClr>
                <a:srgbClr val="011893"/>
              </a:buClr>
              <a:buFont typeface="Wingdings" pitchFamily="2" charset="2"/>
              <a:buChar char="§"/>
              <a:defRPr/>
            </a:pPr>
            <a:r>
              <a:rPr lang="en-US" sz="1400">
                <a:latin typeface="+mn-lt"/>
                <a:ea typeface="+mn-ea"/>
              </a:rPr>
              <a:t>Roundness to it but modern</a:t>
            </a: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chemeClr val="tx1"/>
              </a:buClr>
              <a:buFont typeface="Wingdings" pitchFamily="2" charset="2"/>
              <a:buChar char="§"/>
              <a:defRPr/>
            </a:pPr>
            <a:endParaRPr lang="en-US" sz="1800">
              <a:latin typeface="+mn-lt"/>
              <a:ea typeface="+mn-ea"/>
            </a:endParaRPr>
          </a:p>
          <a:p>
            <a:pPr marL="342900">
              <a:lnSpc>
                <a:spcPct val="90000"/>
              </a:lnSpc>
              <a:spcAft>
                <a:spcPts val="600"/>
              </a:spcAft>
              <a:buClr>
                <a:schemeClr val="tx1"/>
              </a:buClr>
              <a:buFont typeface="Wingdings" pitchFamily="2" charset="2"/>
              <a:buChar char="§"/>
              <a:defRPr/>
            </a:pPr>
            <a:endParaRPr lang="en-US" sz="1600">
              <a:latin typeface="+mn-lt"/>
              <a:cs typeface="Calibri" panose="020F0502020204030204" pitchFamily="34" charset="0"/>
            </a:endParaRPr>
          </a:p>
          <a:p>
            <a:pPr marL="342900">
              <a:lnSpc>
                <a:spcPct val="90000"/>
              </a:lnSpc>
              <a:spcAft>
                <a:spcPts val="600"/>
              </a:spcAft>
              <a:buClr>
                <a:schemeClr val="tx1"/>
              </a:buClr>
              <a:buFont typeface="Wingdings" pitchFamily="2" charset="2"/>
              <a:buChar char="ü"/>
              <a:defRPr/>
            </a:pPr>
            <a:endParaRPr lang="en-US" sz="1600">
              <a:latin typeface="+mn-lt"/>
              <a:cs typeface="Calibri" panose="020F0502020204030204" pitchFamily="34" charset="0"/>
            </a:endParaRPr>
          </a:p>
          <a:p>
            <a:pPr marL="342900" defTabSz="914400">
              <a:lnSpc>
                <a:spcPct val="90000"/>
              </a:lnSpc>
              <a:spcAft>
                <a:spcPts val="600"/>
              </a:spcAft>
              <a:buClr>
                <a:schemeClr val="tx1"/>
              </a:buClr>
              <a:buFont typeface="Wingdings" pitchFamily="2" charset="2"/>
              <a:buChar char="ü"/>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p:txBody>
      </p:sp>
      <p:pic>
        <p:nvPicPr>
          <p:cNvPr id="2" name="Picture 1">
            <a:extLst>
              <a:ext uri="{FF2B5EF4-FFF2-40B4-BE49-F238E27FC236}">
                <a16:creationId xmlns:a16="http://schemas.microsoft.com/office/drawing/2014/main" id="{26EAB833-6981-BB50-5246-03606412BC9A}"/>
              </a:ext>
            </a:extLst>
          </p:cNvPr>
          <p:cNvPicPr>
            <a:picLocks noChangeAspect="1"/>
          </p:cNvPicPr>
          <p:nvPr/>
        </p:nvPicPr>
        <p:blipFill>
          <a:blip r:embed="rId3"/>
          <a:stretch>
            <a:fillRect/>
          </a:stretch>
        </p:blipFill>
        <p:spPr>
          <a:xfrm>
            <a:off x="5343525" y="3411884"/>
            <a:ext cx="1276350" cy="615950"/>
          </a:xfrm>
          <a:prstGeom prst="rect">
            <a:avLst/>
          </a:prstGeom>
        </p:spPr>
      </p:pic>
      <p:pic>
        <p:nvPicPr>
          <p:cNvPr id="3" name="Picture 2">
            <a:extLst>
              <a:ext uri="{FF2B5EF4-FFF2-40B4-BE49-F238E27FC236}">
                <a16:creationId xmlns:a16="http://schemas.microsoft.com/office/drawing/2014/main" id="{833ED57E-FFF5-0E93-A4F5-B83C52B15EF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17693" y="6278954"/>
            <a:ext cx="1298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466999CB-B1E6-E357-C9FA-824CEBE69BD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7718" t="21257" r="7696" b="21253"/>
          <a:stretch/>
        </p:blipFill>
        <p:spPr bwMode="auto">
          <a:xfrm>
            <a:off x="9037972" y="6025952"/>
            <a:ext cx="1366684" cy="618127"/>
          </a:xfrm>
          <a:prstGeom prst="rect">
            <a:avLst/>
          </a:prstGeom>
          <a:noFill/>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4D81A05D-3FB5-ECB0-0284-2E34A9C1B7C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404656" y="5877201"/>
            <a:ext cx="1467450" cy="924799"/>
          </a:xfrm>
          <a:prstGeom prst="rect">
            <a:avLst/>
          </a:prstGeom>
          <a:noFill/>
          <a:ln>
            <a:noFill/>
          </a:ln>
        </p:spPr>
      </p:pic>
    </p:spTree>
    <p:extLst>
      <p:ext uri="{BB962C8B-B14F-4D97-AF65-F5344CB8AC3E}">
        <p14:creationId xmlns:p14="http://schemas.microsoft.com/office/powerpoint/2010/main" val="3463474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566E6-B8EE-07CD-B56B-865FCE6F6F21}"/>
            </a:ext>
          </a:extLst>
        </p:cNvPr>
        <p:cNvGrpSpPr/>
        <p:nvPr/>
      </p:nvGrpSpPr>
      <p:grpSpPr>
        <a:xfrm>
          <a:off x="0" y="0"/>
          <a:ext cx="0" cy="0"/>
          <a:chOff x="0" y="0"/>
          <a:chExt cx="0" cy="0"/>
        </a:xfrm>
      </p:grpSpPr>
      <p:pic>
        <p:nvPicPr>
          <p:cNvPr id="25" name="Picture 24" descr="A picture containing indoor, person, electronics, computer&#10;&#10;Description automatically generated">
            <a:extLst>
              <a:ext uri="{FF2B5EF4-FFF2-40B4-BE49-F238E27FC236}">
                <a16:creationId xmlns:a16="http://schemas.microsoft.com/office/drawing/2014/main" id="{C38FAFE5-E035-7CCE-9C48-58514B270452}"/>
              </a:ext>
            </a:extLst>
          </p:cNvPr>
          <p:cNvPicPr>
            <a:picLocks noChangeAspect="1"/>
          </p:cNvPicPr>
          <p:nvPr/>
        </p:nvPicPr>
        <p:blipFill rotWithShape="1">
          <a:blip r:embed="rId2"/>
          <a:srcRect l="35654" r="8999"/>
          <a:stretch/>
        </p:blipFill>
        <p:spPr>
          <a:xfrm>
            <a:off x="-1" y="0"/>
            <a:ext cx="6748041" cy="6858000"/>
          </a:xfrm>
          <a:prstGeom prst="rect">
            <a:avLst/>
          </a:prstGeom>
        </p:spPr>
      </p:pic>
      <p:sp>
        <p:nvSpPr>
          <p:cNvPr id="5" name="TextBox 4">
            <a:extLst>
              <a:ext uri="{FF2B5EF4-FFF2-40B4-BE49-F238E27FC236}">
                <a16:creationId xmlns:a16="http://schemas.microsoft.com/office/drawing/2014/main" id="{23CC90DE-325E-B0E7-0BED-BE0A84BE9DDD}"/>
              </a:ext>
            </a:extLst>
          </p:cNvPr>
          <p:cNvSpPr txBox="1"/>
          <p:nvPr/>
        </p:nvSpPr>
        <p:spPr>
          <a:xfrm>
            <a:off x="8663233" y="-518474"/>
            <a:ext cx="184731" cy="369332"/>
          </a:xfrm>
          <a:prstGeom prst="rect">
            <a:avLst/>
          </a:prstGeom>
          <a:noFill/>
        </p:spPr>
        <p:txBody>
          <a:bodyPr wrap="none" rtlCol="0">
            <a:spAutoFit/>
          </a:bodyPr>
          <a:lstStyle/>
          <a:p>
            <a:endParaRPr lang="en-US"/>
          </a:p>
        </p:txBody>
      </p:sp>
      <p:sp>
        <p:nvSpPr>
          <p:cNvPr id="27" name="Rectangle 26">
            <a:extLst>
              <a:ext uri="{FF2B5EF4-FFF2-40B4-BE49-F238E27FC236}">
                <a16:creationId xmlns:a16="http://schemas.microsoft.com/office/drawing/2014/main" id="{E79D8E41-B283-5B3B-F0A6-0A745CF730DF}"/>
              </a:ext>
            </a:extLst>
          </p:cNvPr>
          <p:cNvSpPr/>
          <p:nvPr/>
        </p:nvSpPr>
        <p:spPr>
          <a:xfrm>
            <a:off x="-5260" y="0"/>
            <a:ext cx="12197260" cy="6858000"/>
          </a:xfrm>
          <a:prstGeom prst="rect">
            <a:avLst/>
          </a:prstGeom>
          <a:gradFill>
            <a:gsLst>
              <a:gs pos="45000">
                <a:schemeClr val="bg1">
                  <a:lumMod val="100000"/>
                </a:schemeClr>
              </a:gs>
              <a:gs pos="100000">
                <a:schemeClr val="bg1">
                  <a:alpha val="0"/>
                </a:schemeClr>
              </a:gs>
            </a:gsLst>
            <a:lin ang="10800000" scaled="0"/>
          </a:gra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1050968-26C5-3924-1107-54FA1E7B5679}"/>
              </a:ext>
            </a:extLst>
          </p:cNvPr>
          <p:cNvSpPr/>
          <p:nvPr/>
        </p:nvSpPr>
        <p:spPr>
          <a:xfrm>
            <a:off x="591253" y="522692"/>
            <a:ext cx="2671757" cy="492443"/>
          </a:xfrm>
          <a:prstGeom prst="rect">
            <a:avLst/>
          </a:prstGeom>
        </p:spPr>
        <p:txBody>
          <a:bodyPr wrap="none">
            <a:spAutoFit/>
          </a:bodyPr>
          <a:lstStyle/>
          <a:p>
            <a:pPr>
              <a:spcAft>
                <a:spcPts val="600"/>
              </a:spcAft>
            </a:pPr>
            <a:r>
              <a:rPr lang="en-US" sz="2600" b="1"/>
              <a:t>Creative</a:t>
            </a:r>
            <a:r>
              <a:rPr lang="en-US" sz="2600" b="1">
                <a:latin typeface="+mj-lt"/>
              </a:rPr>
              <a:t> </a:t>
            </a:r>
            <a:r>
              <a:rPr lang="en-US" sz="2600">
                <a:latin typeface="+mj-lt"/>
              </a:rPr>
              <a:t>Direction</a:t>
            </a:r>
          </a:p>
        </p:txBody>
      </p:sp>
      <p:cxnSp>
        <p:nvCxnSpPr>
          <p:cNvPr id="30" name="Straight Connector 29">
            <a:extLst>
              <a:ext uri="{FF2B5EF4-FFF2-40B4-BE49-F238E27FC236}">
                <a16:creationId xmlns:a16="http://schemas.microsoft.com/office/drawing/2014/main" id="{25E8DBB7-3DE7-17A1-901D-ED7779095B00}"/>
              </a:ext>
            </a:extLst>
          </p:cNvPr>
          <p:cNvCxnSpPr>
            <a:cxnSpLocks/>
          </p:cNvCxnSpPr>
          <p:nvPr/>
        </p:nvCxnSpPr>
        <p:spPr>
          <a:xfrm>
            <a:off x="1439618" y="484209"/>
            <a:ext cx="884171" cy="0"/>
          </a:xfrm>
          <a:prstGeom prst="line">
            <a:avLst/>
          </a:prstGeom>
          <a:ln w="25400" cap="rnd">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1026">
            <a:extLst>
              <a:ext uri="{FF2B5EF4-FFF2-40B4-BE49-F238E27FC236}">
                <a16:creationId xmlns:a16="http://schemas.microsoft.com/office/drawing/2014/main" id="{6581231E-3961-0A62-FCE3-ED0C47B86D4F}"/>
              </a:ext>
            </a:extLst>
          </p:cNvPr>
          <p:cNvSpPr>
            <a:spLocks noChangeArrowheads="1"/>
          </p:cNvSpPr>
          <p:nvPr/>
        </p:nvSpPr>
        <p:spPr bwMode="auto">
          <a:xfrm>
            <a:off x="4849090" y="340421"/>
            <a:ext cx="7193973" cy="6758877"/>
          </a:xfrm>
          <a:prstGeom prst="rect">
            <a:avLst/>
          </a:prstGeom>
          <a:extLst>
            <a:ext uri="{909E8E84-426E-40dd-AFC4-6F175D3DCCD1}"/>
            <a:ext uri="{91240B29-F687-4f45-9708-019B960494DF}"/>
          </a:extLst>
        </p:spPr>
        <p:txBody>
          <a:bodyPr vert="horz" lIns="91440" tIns="45720" rIns="91440" bIns="45720" rtlCol="0" anchor="t">
            <a:noAutofit/>
          </a:bodyPr>
          <a:lstStyle>
            <a:lvl1pPr marL="285750" indent="-285750">
              <a:defRPr sz="2400">
                <a:solidFill>
                  <a:schemeClr val="tx1"/>
                </a:solidFill>
                <a:latin typeface="Cambria" panose="02040503050406030204" pitchFamily="18" charset="0"/>
                <a:ea typeface="MS PGothic" panose="020B0600070205080204" pitchFamily="34" charset="-128"/>
              </a:defRPr>
            </a:lvl1pPr>
            <a:lvl2pPr marL="571500" indent="-171450">
              <a:defRPr sz="2400">
                <a:solidFill>
                  <a:schemeClr val="tx1"/>
                </a:solidFill>
                <a:latin typeface="Cambria" panose="02040503050406030204" pitchFamily="18" charset="0"/>
                <a:ea typeface="MS PGothic" panose="020B0600070205080204" pitchFamily="34" charset="-128"/>
              </a:defRPr>
            </a:lvl2pPr>
            <a:lvl3pPr marL="1143000" indent="-228600">
              <a:defRPr sz="2400">
                <a:solidFill>
                  <a:schemeClr val="tx1"/>
                </a:solidFill>
                <a:latin typeface="Cambria" panose="02040503050406030204" pitchFamily="18" charset="0"/>
                <a:ea typeface="MS PGothic" panose="020B0600070205080204" pitchFamily="34" charset="-128"/>
              </a:defRPr>
            </a:lvl3pPr>
            <a:lvl4pPr marL="1600200" indent="-228600">
              <a:defRPr sz="2400">
                <a:solidFill>
                  <a:schemeClr val="tx1"/>
                </a:solidFill>
                <a:latin typeface="Cambria" panose="02040503050406030204" pitchFamily="18" charset="0"/>
                <a:ea typeface="MS PGothic" panose="020B0600070205080204" pitchFamily="34" charset="-128"/>
              </a:defRPr>
            </a:lvl4pPr>
            <a:lvl5pPr marL="2057400" indent="-228600">
              <a:defRPr sz="2400">
                <a:solidFill>
                  <a:schemeClr val="tx1"/>
                </a:solidFill>
                <a:latin typeface="Cambria" panose="02040503050406030204" pitchFamily="18"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mbria" panose="02040503050406030204" pitchFamily="18"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mbria" panose="02040503050406030204" pitchFamily="18"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mbria" panose="02040503050406030204" pitchFamily="18"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mbria" panose="02040503050406030204" pitchFamily="18" charset="0"/>
                <a:ea typeface="MS PGothic" panose="020B0600070205080204" pitchFamily="34" charset="-128"/>
              </a:defRPr>
            </a:lvl9pPr>
          </a:lstStyle>
          <a:p>
            <a:pPr marL="57150" indent="0" defTabSz="914400">
              <a:lnSpc>
                <a:spcPct val="90000"/>
              </a:lnSpc>
              <a:spcAft>
                <a:spcPts val="600"/>
              </a:spcAft>
              <a:buClr>
                <a:schemeClr val="tx1"/>
              </a:buClr>
              <a:defRPr/>
            </a:pPr>
            <a:r>
              <a:rPr lang="en-US" sz="2000" b="1">
                <a:latin typeface="+mn-lt"/>
                <a:ea typeface="+mn-ea"/>
                <a:cs typeface="Calibri" panose="020F0502020204030204" pitchFamily="34" charset="0"/>
              </a:rPr>
              <a:t>Concepts to Avoid</a:t>
            </a:r>
            <a:endParaRPr lang="en-US" sz="1800">
              <a:latin typeface="+mn-lt"/>
              <a:ea typeface="+mn-ea"/>
            </a:endParaRPr>
          </a:p>
          <a:p>
            <a:pPr marL="342900" defTabSz="914400">
              <a:lnSpc>
                <a:spcPct val="90000"/>
              </a:lnSpc>
              <a:spcAft>
                <a:spcPts val="600"/>
              </a:spcAft>
              <a:buClr>
                <a:srgbClr val="011893"/>
              </a:buClr>
              <a:buFont typeface="Wingdings" pitchFamily="2" charset="2"/>
              <a:buChar char="§"/>
              <a:defRPr/>
            </a:pPr>
            <a:r>
              <a:rPr lang="en-US" sz="1700">
                <a:latin typeface="+mn-lt"/>
                <a:ea typeface="+mn-ea"/>
              </a:rPr>
              <a:t>Eye drop</a:t>
            </a:r>
          </a:p>
          <a:p>
            <a:pPr marL="342900" defTabSz="914400">
              <a:lnSpc>
                <a:spcPct val="90000"/>
              </a:lnSpc>
              <a:spcAft>
                <a:spcPts val="600"/>
              </a:spcAft>
              <a:buClr>
                <a:srgbClr val="011893"/>
              </a:buClr>
              <a:buFont typeface="Wingdings" pitchFamily="2" charset="2"/>
              <a:buChar char="§"/>
              <a:defRPr/>
            </a:pPr>
            <a:r>
              <a:rPr lang="en-US" sz="1700" err="1">
                <a:latin typeface="+mn-lt"/>
                <a:ea typeface="+mn-ea"/>
              </a:rPr>
              <a:t>Oculis</a:t>
            </a:r>
            <a:r>
              <a:rPr lang="en-US" sz="1700">
                <a:latin typeface="+mn-lt"/>
                <a:ea typeface="+mn-ea"/>
              </a:rPr>
              <a:t> logo</a:t>
            </a:r>
          </a:p>
          <a:p>
            <a:pPr marL="342900" defTabSz="914400">
              <a:lnSpc>
                <a:spcPct val="90000"/>
              </a:lnSpc>
              <a:spcAft>
                <a:spcPts val="600"/>
              </a:spcAft>
              <a:buClr>
                <a:srgbClr val="011893"/>
              </a:buClr>
              <a:buFont typeface="Wingdings" pitchFamily="2" charset="2"/>
              <a:buChar char="§"/>
              <a:defRPr/>
            </a:pPr>
            <a:r>
              <a:rPr lang="en-US" sz="1700">
                <a:latin typeface="+mn-lt"/>
                <a:ea typeface="+mn-ea"/>
              </a:rPr>
              <a:t>Spacing between letters very close</a:t>
            </a:r>
          </a:p>
          <a:p>
            <a:pPr marL="342900" defTabSz="914400">
              <a:lnSpc>
                <a:spcPct val="90000"/>
              </a:lnSpc>
              <a:spcAft>
                <a:spcPts val="600"/>
              </a:spcAft>
              <a:buClr>
                <a:srgbClr val="011893"/>
              </a:buClr>
              <a:buFont typeface="Wingdings" pitchFamily="2" charset="2"/>
              <a:buChar char="§"/>
              <a:defRPr/>
            </a:pPr>
            <a:r>
              <a:rPr lang="en-US" sz="1700">
                <a:latin typeface="+mn-lt"/>
                <a:ea typeface="+mn-ea"/>
              </a:rPr>
              <a:t>Avoid colors yellow and orange</a:t>
            </a:r>
          </a:p>
          <a:p>
            <a:pPr marL="342900" defTabSz="914400">
              <a:lnSpc>
                <a:spcPct val="90000"/>
              </a:lnSpc>
              <a:spcAft>
                <a:spcPts val="600"/>
              </a:spcAft>
              <a:buClr>
                <a:srgbClr val="011893"/>
              </a:buClr>
              <a:buFont typeface="Wingdings" pitchFamily="2" charset="2"/>
              <a:buChar char="§"/>
              <a:defRPr/>
            </a:pPr>
            <a:r>
              <a:rPr lang="en-US" sz="1700">
                <a:latin typeface="+mn-lt"/>
                <a:ea typeface="+mn-ea"/>
              </a:rPr>
              <a:t>No waves</a:t>
            </a:r>
          </a:p>
          <a:p>
            <a:pPr marL="342900" defTabSz="914400">
              <a:lnSpc>
                <a:spcPct val="90000"/>
              </a:lnSpc>
              <a:spcAft>
                <a:spcPts val="600"/>
              </a:spcAft>
              <a:buClr>
                <a:srgbClr val="011893"/>
              </a:buClr>
              <a:buFont typeface="Wingdings" pitchFamily="2" charset="2"/>
              <a:buChar char="§"/>
              <a:defRPr/>
            </a:pPr>
            <a:r>
              <a:rPr lang="en-US" sz="1700">
                <a:latin typeface="+mn-lt"/>
                <a:ea typeface="+mn-ea"/>
              </a:rPr>
              <a:t>Logo needs to be distinct from current corporate logo</a:t>
            </a: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57150" indent="0" defTabSz="914400">
              <a:lnSpc>
                <a:spcPct val="90000"/>
              </a:lnSpc>
              <a:spcAft>
                <a:spcPts val="600"/>
              </a:spcAft>
              <a:buClr>
                <a:schemeClr val="tx1"/>
              </a:buClr>
              <a:defRPr/>
            </a:pPr>
            <a:r>
              <a:rPr lang="en-US" sz="2000" b="1">
                <a:latin typeface="+mn-lt"/>
                <a:ea typeface="+mn-ea"/>
                <a:cs typeface="Calibri" panose="020F0502020204030204" pitchFamily="34" charset="0"/>
              </a:rPr>
              <a:t>Color to Explore</a:t>
            </a:r>
            <a:endParaRPr lang="en-US" sz="1800">
              <a:latin typeface="+mn-lt"/>
              <a:ea typeface="+mn-ea"/>
            </a:endParaRPr>
          </a:p>
          <a:p>
            <a:pPr marL="342900" defTabSz="914400">
              <a:lnSpc>
                <a:spcPct val="90000"/>
              </a:lnSpc>
              <a:spcAft>
                <a:spcPts val="600"/>
              </a:spcAft>
              <a:buClr>
                <a:srgbClr val="011893"/>
              </a:buClr>
              <a:buFont typeface="Wingdings" pitchFamily="2" charset="2"/>
              <a:buChar char="§"/>
              <a:defRPr/>
            </a:pPr>
            <a:r>
              <a:rPr lang="en-US" sz="1700">
                <a:latin typeface="+mn-lt"/>
                <a:ea typeface="+mn-ea"/>
              </a:rPr>
              <a:t>Space has a lot of blue, try and be different</a:t>
            </a:r>
          </a:p>
          <a:p>
            <a:pPr marL="342900" defTabSz="914400">
              <a:lnSpc>
                <a:spcPct val="90000"/>
              </a:lnSpc>
              <a:spcAft>
                <a:spcPts val="600"/>
              </a:spcAft>
              <a:buClr>
                <a:srgbClr val="011893"/>
              </a:buClr>
              <a:buFont typeface="Wingdings" pitchFamily="2" charset="2"/>
              <a:buChar char="§"/>
              <a:defRPr/>
            </a:pPr>
            <a:r>
              <a:rPr lang="en-US" sz="1700">
                <a:latin typeface="+mn-lt"/>
                <a:ea typeface="+mn-ea"/>
              </a:rPr>
              <a:t>Single color for the brand name</a:t>
            </a:r>
          </a:p>
          <a:p>
            <a:pPr marL="342900" defTabSz="914400">
              <a:lnSpc>
                <a:spcPct val="90000"/>
              </a:lnSpc>
              <a:spcAft>
                <a:spcPts val="600"/>
              </a:spcAft>
              <a:buClr>
                <a:srgbClr val="011893"/>
              </a:buClr>
              <a:buFont typeface="Wingdings" pitchFamily="2" charset="2"/>
              <a:buChar char="§"/>
              <a:defRPr/>
            </a:pPr>
            <a:r>
              <a:rPr lang="en-US" sz="1700">
                <a:latin typeface="+mn-lt"/>
                <a:ea typeface="+mn-ea"/>
              </a:rPr>
              <a:t>Green, but not soft or yellow-green (try and avoid relating to renewable energy and the likes) (think Keytruda)</a:t>
            </a:r>
          </a:p>
          <a:p>
            <a:pPr marL="342900" defTabSz="914400">
              <a:lnSpc>
                <a:spcPct val="90000"/>
              </a:lnSpc>
              <a:spcAft>
                <a:spcPts val="600"/>
              </a:spcAft>
              <a:buClr>
                <a:srgbClr val="011893"/>
              </a:buClr>
              <a:buFont typeface="Wingdings" pitchFamily="2" charset="2"/>
              <a:buChar char="§"/>
              <a:defRPr/>
            </a:pPr>
            <a:r>
              <a:rPr lang="en-US" sz="1700">
                <a:latin typeface="+mn-lt"/>
                <a:ea typeface="+mn-ea"/>
              </a:rPr>
              <a:t>Northern Lights inspiration</a:t>
            </a:r>
          </a:p>
          <a:p>
            <a:pPr marL="342900" defTabSz="914400">
              <a:lnSpc>
                <a:spcPct val="90000"/>
              </a:lnSpc>
              <a:spcAft>
                <a:spcPts val="600"/>
              </a:spcAft>
              <a:buClr>
                <a:srgbClr val="011893"/>
              </a:buClr>
              <a:buFont typeface="Wingdings" pitchFamily="2" charset="2"/>
              <a:buChar char="§"/>
              <a:defRPr/>
            </a:pPr>
            <a:r>
              <a:rPr lang="en-US" sz="1700">
                <a:latin typeface="+mn-lt"/>
                <a:ea typeface="+mn-ea"/>
              </a:rPr>
              <a:t>Green-Purple combo</a:t>
            </a:r>
          </a:p>
          <a:p>
            <a:pPr marL="342900" defTabSz="914400">
              <a:lnSpc>
                <a:spcPct val="90000"/>
              </a:lnSpc>
              <a:spcAft>
                <a:spcPts val="600"/>
              </a:spcAft>
              <a:buClr>
                <a:srgbClr val="011893"/>
              </a:buClr>
              <a:buFont typeface="Wingdings" pitchFamily="2" charset="2"/>
              <a:buChar char="§"/>
              <a:defRPr/>
            </a:pPr>
            <a:r>
              <a:rPr lang="en-US" sz="1700">
                <a:latin typeface="+mn-lt"/>
                <a:ea typeface="+mn-ea"/>
              </a:rPr>
              <a:t>Deep Pink, Purple (think Cosentyx)</a:t>
            </a: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rgbClr val="011893"/>
              </a:buClr>
              <a:buFont typeface="Wingdings" pitchFamily="2" charset="2"/>
              <a:buChar char="§"/>
              <a:defRPr/>
            </a:pPr>
            <a:endParaRPr lang="en-US" sz="1700">
              <a:latin typeface="+mn-lt"/>
              <a:ea typeface="+mn-ea"/>
            </a:endParaRPr>
          </a:p>
          <a:p>
            <a:pPr marL="342900" defTabSz="914400">
              <a:lnSpc>
                <a:spcPct val="90000"/>
              </a:lnSpc>
              <a:spcAft>
                <a:spcPts val="600"/>
              </a:spcAft>
              <a:buClr>
                <a:schemeClr val="tx1"/>
              </a:buClr>
              <a:buFont typeface="Wingdings" pitchFamily="2" charset="2"/>
              <a:buChar char="§"/>
              <a:defRPr/>
            </a:pPr>
            <a:endParaRPr lang="en-US" sz="1800">
              <a:latin typeface="+mn-lt"/>
              <a:ea typeface="+mn-ea"/>
            </a:endParaRPr>
          </a:p>
          <a:p>
            <a:pPr marL="342900">
              <a:lnSpc>
                <a:spcPct val="90000"/>
              </a:lnSpc>
              <a:spcAft>
                <a:spcPts val="600"/>
              </a:spcAft>
              <a:buClr>
                <a:schemeClr val="tx1"/>
              </a:buClr>
              <a:buFont typeface="Wingdings" pitchFamily="2" charset="2"/>
              <a:buChar char="§"/>
              <a:defRPr/>
            </a:pPr>
            <a:endParaRPr lang="en-US" sz="1600">
              <a:latin typeface="+mn-lt"/>
              <a:cs typeface="Calibri" panose="020F0502020204030204" pitchFamily="34" charset="0"/>
            </a:endParaRPr>
          </a:p>
          <a:p>
            <a:pPr marL="342900">
              <a:lnSpc>
                <a:spcPct val="90000"/>
              </a:lnSpc>
              <a:spcAft>
                <a:spcPts val="600"/>
              </a:spcAft>
              <a:buClr>
                <a:schemeClr val="tx1"/>
              </a:buClr>
              <a:buFont typeface="Wingdings" pitchFamily="2" charset="2"/>
              <a:buChar char="ü"/>
              <a:defRPr/>
            </a:pPr>
            <a:endParaRPr lang="en-US" sz="1600">
              <a:latin typeface="+mn-lt"/>
              <a:cs typeface="Calibri" panose="020F0502020204030204" pitchFamily="34" charset="0"/>
            </a:endParaRPr>
          </a:p>
          <a:p>
            <a:pPr marL="342900" defTabSz="914400">
              <a:lnSpc>
                <a:spcPct val="90000"/>
              </a:lnSpc>
              <a:spcAft>
                <a:spcPts val="600"/>
              </a:spcAft>
              <a:buClr>
                <a:schemeClr val="tx1"/>
              </a:buClr>
              <a:buFont typeface="Wingdings" pitchFamily="2" charset="2"/>
              <a:buChar char="ü"/>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a:p>
            <a:pPr indent="-228600" defTabSz="914400">
              <a:lnSpc>
                <a:spcPct val="90000"/>
              </a:lnSpc>
              <a:spcAft>
                <a:spcPts val="600"/>
              </a:spcAft>
              <a:buClr>
                <a:schemeClr val="bg1"/>
              </a:buClr>
              <a:buFont typeface="Arial" panose="020B0604020202020204" pitchFamily="34" charset="0"/>
              <a:buChar char="•"/>
              <a:defRPr/>
            </a:pPr>
            <a:endParaRPr lang="en-US" sz="1800">
              <a:latin typeface="+mn-lt"/>
              <a:ea typeface="+mn-ea"/>
            </a:endParaRPr>
          </a:p>
        </p:txBody>
      </p:sp>
      <p:pic>
        <p:nvPicPr>
          <p:cNvPr id="4" name="Picture 3">
            <a:extLst>
              <a:ext uri="{FF2B5EF4-FFF2-40B4-BE49-F238E27FC236}">
                <a16:creationId xmlns:a16="http://schemas.microsoft.com/office/drawing/2014/main" id="{6B519D5D-2CB9-91AF-41F5-6FF6121D37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47964" y="4360862"/>
            <a:ext cx="1885950" cy="981075"/>
          </a:xfrm>
          <a:prstGeom prst="rect">
            <a:avLst/>
          </a:prstGeom>
          <a:noFill/>
          <a:ln>
            <a:noFill/>
          </a:ln>
        </p:spPr>
      </p:pic>
      <p:pic>
        <p:nvPicPr>
          <p:cNvPr id="6" name="Picture 5">
            <a:extLst>
              <a:ext uri="{FF2B5EF4-FFF2-40B4-BE49-F238E27FC236}">
                <a16:creationId xmlns:a16="http://schemas.microsoft.com/office/drawing/2014/main" id="{480D7AFF-76BE-D329-C3E4-7F2951A5F77E}"/>
              </a:ext>
            </a:extLst>
          </p:cNvPr>
          <p:cNvPicPr>
            <a:picLocks noChangeAspect="1"/>
          </p:cNvPicPr>
          <p:nvPr/>
        </p:nvPicPr>
        <p:blipFill rotWithShape="1">
          <a:blip r:embed="rId4">
            <a:extLst>
              <a:ext uri="{28A0092B-C50C-407E-A947-70E740481C1C}">
                <a14:useLocalDpi xmlns:a14="http://schemas.microsoft.com/office/drawing/2010/main" val="0"/>
              </a:ext>
            </a:extLst>
          </a:blip>
          <a:srcRect l="21760" r="22249"/>
          <a:stretch/>
        </p:blipFill>
        <p:spPr bwMode="auto">
          <a:xfrm>
            <a:off x="9901681" y="1455927"/>
            <a:ext cx="1695450" cy="5626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50374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A0051-753F-915F-E6DB-950D84EA4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4C755-39D7-76BA-B159-4393E15EA2A7}"/>
              </a:ext>
            </a:extLst>
          </p:cNvPr>
          <p:cNvSpPr>
            <a:spLocks noGrp="1"/>
          </p:cNvSpPr>
          <p:nvPr>
            <p:ph type="title"/>
          </p:nvPr>
        </p:nvSpPr>
        <p:spPr/>
        <p:txBody>
          <a:bodyPr/>
          <a:lstStyle/>
          <a:p>
            <a:r>
              <a:rPr lang="en-US"/>
              <a:t>Competitive Landscape</a:t>
            </a:r>
          </a:p>
        </p:txBody>
      </p:sp>
      <p:pic>
        <p:nvPicPr>
          <p:cNvPr id="4" name="Picture 3">
            <a:extLst>
              <a:ext uri="{FF2B5EF4-FFF2-40B4-BE49-F238E27FC236}">
                <a16:creationId xmlns:a16="http://schemas.microsoft.com/office/drawing/2014/main" id="{B54E773C-E7DE-93B5-37AC-8D73A224FA4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1378" y="1608875"/>
            <a:ext cx="2185249" cy="767044"/>
          </a:xfrm>
          <a:prstGeom prst="rect">
            <a:avLst/>
          </a:prstGeom>
          <a:noFill/>
          <a:ln>
            <a:noFill/>
          </a:ln>
        </p:spPr>
      </p:pic>
      <p:pic>
        <p:nvPicPr>
          <p:cNvPr id="5" name="Picture 4">
            <a:extLst>
              <a:ext uri="{FF2B5EF4-FFF2-40B4-BE49-F238E27FC236}">
                <a16:creationId xmlns:a16="http://schemas.microsoft.com/office/drawing/2014/main" id="{3A6BC2E3-74FB-F494-E606-376F3DAD83A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3228" y="2695298"/>
            <a:ext cx="3140379" cy="1570190"/>
          </a:xfrm>
          <a:prstGeom prst="rect">
            <a:avLst/>
          </a:prstGeom>
          <a:noFill/>
          <a:ln>
            <a:noFill/>
          </a:ln>
        </p:spPr>
      </p:pic>
      <p:pic>
        <p:nvPicPr>
          <p:cNvPr id="6" name="Picture 5" descr="A close-up of a logo&#10;&#10;Description automatically generated">
            <a:extLst>
              <a:ext uri="{FF2B5EF4-FFF2-40B4-BE49-F238E27FC236}">
                <a16:creationId xmlns:a16="http://schemas.microsoft.com/office/drawing/2014/main" id="{A57DD0E2-AF3F-56E2-9F2E-DD517A104D56}"/>
              </a:ext>
            </a:extLst>
          </p:cNvPr>
          <p:cNvPicPr>
            <a:picLocks noChangeAspect="1"/>
          </p:cNvPicPr>
          <p:nvPr/>
        </p:nvPicPr>
        <p:blipFill rotWithShape="1">
          <a:blip r:embed="rId4">
            <a:extLst>
              <a:ext uri="{28A0092B-C50C-407E-A947-70E740481C1C}">
                <a14:useLocalDpi xmlns:a14="http://schemas.microsoft.com/office/drawing/2010/main" val="0"/>
              </a:ext>
            </a:extLst>
          </a:blip>
          <a:srcRect l="8855" t="23287" r="7025" b="27490"/>
          <a:stretch/>
        </p:blipFill>
        <p:spPr bwMode="auto">
          <a:xfrm>
            <a:off x="3986085" y="1560966"/>
            <a:ext cx="2159210" cy="983969"/>
          </a:xfrm>
          <a:prstGeom prst="rect">
            <a:avLst/>
          </a:prstGeom>
          <a:ln>
            <a:noFill/>
          </a:ln>
          <a:extLst>
            <a:ext uri="{53640926-AAD7-44D8-BBD7-CCE9431645EC}">
              <a14:shadowObscured xmlns:a14="http://schemas.microsoft.com/office/drawing/2010/main"/>
            </a:ext>
          </a:extLst>
        </p:spPr>
      </p:pic>
      <p:pic>
        <p:nvPicPr>
          <p:cNvPr id="7" name="Picture 6" descr="A bottle of eye drops next to a box&#10;&#10;Description automatically generated">
            <a:extLst>
              <a:ext uri="{FF2B5EF4-FFF2-40B4-BE49-F238E27FC236}">
                <a16:creationId xmlns:a16="http://schemas.microsoft.com/office/drawing/2014/main" id="{B229DD21-B0CE-7C2D-AB73-678E147FE6E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3501" r="24833"/>
          <a:stretch/>
        </p:blipFill>
        <p:spPr bwMode="auto">
          <a:xfrm>
            <a:off x="6982328" y="1249338"/>
            <a:ext cx="1601758" cy="2325133"/>
          </a:xfrm>
          <a:prstGeom prst="rect">
            <a:avLst/>
          </a:prstGeom>
          <a:ln>
            <a:noFill/>
          </a:ln>
          <a:extLst>
            <a:ext uri="{53640926-AAD7-44D8-BBD7-CCE9431645EC}">
              <a14:shadowObscured xmlns:a14="http://schemas.microsoft.com/office/drawing/2010/main"/>
            </a:ext>
          </a:extLst>
        </p:spPr>
      </p:pic>
      <p:pic>
        <p:nvPicPr>
          <p:cNvPr id="8" name="Picture 7" descr="A bottle of medicine next to a box&#10;&#10;Description automatically generated">
            <a:extLst>
              <a:ext uri="{FF2B5EF4-FFF2-40B4-BE49-F238E27FC236}">
                <a16:creationId xmlns:a16="http://schemas.microsoft.com/office/drawing/2014/main" id="{BAC96EB1-1A29-717B-B830-EEAF6DDAD5EE}"/>
              </a:ext>
            </a:extLst>
          </p:cNvPr>
          <p:cNvPicPr>
            <a:picLocks noChangeAspect="1"/>
          </p:cNvPicPr>
          <p:nvPr/>
        </p:nvPicPr>
        <p:blipFill rotWithShape="1">
          <a:blip r:embed="rId6">
            <a:extLst>
              <a:ext uri="{28A0092B-C50C-407E-A947-70E740481C1C}">
                <a14:useLocalDpi xmlns:a14="http://schemas.microsoft.com/office/drawing/2010/main" val="0"/>
              </a:ext>
            </a:extLst>
          </a:blip>
          <a:srcRect l="21982" t="15016" r="26726" b="14502"/>
          <a:stretch/>
        </p:blipFill>
        <p:spPr bwMode="auto">
          <a:xfrm>
            <a:off x="8782976" y="1425937"/>
            <a:ext cx="1922636" cy="1971934"/>
          </a:xfrm>
          <a:prstGeom prst="rect">
            <a:avLst/>
          </a:prstGeom>
          <a:ln>
            <a:noFill/>
          </a:ln>
          <a:extLst>
            <a:ext uri="{53640926-AAD7-44D8-BBD7-CCE9431645EC}">
              <a14:shadowObscured xmlns:a14="http://schemas.microsoft.com/office/drawing/2010/main"/>
            </a:ext>
          </a:extLst>
        </p:spPr>
      </p:pic>
      <p:pic>
        <p:nvPicPr>
          <p:cNvPr id="9" name="Picture 8" descr="A close up of a logo&#10;&#10;Description automatically generated">
            <a:extLst>
              <a:ext uri="{FF2B5EF4-FFF2-40B4-BE49-F238E27FC236}">
                <a16:creationId xmlns:a16="http://schemas.microsoft.com/office/drawing/2014/main" id="{D1A155C7-ABDB-650A-6A4C-DC51BE0C3633}"/>
              </a:ext>
            </a:extLst>
          </p:cNvPr>
          <p:cNvPicPr>
            <a:picLocks noChangeAspect="1"/>
          </p:cNvPicPr>
          <p:nvPr/>
        </p:nvPicPr>
        <p:blipFill>
          <a:blip r:embed="rId7"/>
          <a:stretch>
            <a:fillRect/>
          </a:stretch>
        </p:blipFill>
        <p:spPr>
          <a:xfrm>
            <a:off x="6737942" y="4231816"/>
            <a:ext cx="1648154" cy="1037423"/>
          </a:xfrm>
          <a:prstGeom prst="rect">
            <a:avLst/>
          </a:prstGeom>
        </p:spPr>
      </p:pic>
      <p:pic>
        <p:nvPicPr>
          <p:cNvPr id="11" name="Picture 10" descr="A close-up of a logo&#10;&#10;Description automatically generated">
            <a:extLst>
              <a:ext uri="{FF2B5EF4-FFF2-40B4-BE49-F238E27FC236}">
                <a16:creationId xmlns:a16="http://schemas.microsoft.com/office/drawing/2014/main" id="{C5CE2506-6DD1-AF37-7E2B-E546CBACDE4D}"/>
              </a:ext>
            </a:extLst>
          </p:cNvPr>
          <p:cNvPicPr>
            <a:picLocks noChangeAspect="1"/>
          </p:cNvPicPr>
          <p:nvPr/>
        </p:nvPicPr>
        <p:blipFill>
          <a:blip r:embed="rId8"/>
          <a:stretch>
            <a:fillRect/>
          </a:stretch>
        </p:blipFill>
        <p:spPr>
          <a:xfrm>
            <a:off x="961086" y="2952958"/>
            <a:ext cx="2563421" cy="796306"/>
          </a:xfrm>
          <a:prstGeom prst="rect">
            <a:avLst/>
          </a:prstGeom>
        </p:spPr>
      </p:pic>
      <p:pic>
        <p:nvPicPr>
          <p:cNvPr id="12" name="Picture 11" descr="A logo of a company&#10;&#10;Description automatically generated">
            <a:extLst>
              <a:ext uri="{FF2B5EF4-FFF2-40B4-BE49-F238E27FC236}">
                <a16:creationId xmlns:a16="http://schemas.microsoft.com/office/drawing/2014/main" id="{95CD038B-1B25-6652-FA58-388C4FD1AA42}"/>
              </a:ext>
            </a:extLst>
          </p:cNvPr>
          <p:cNvPicPr>
            <a:picLocks noChangeAspect="1"/>
          </p:cNvPicPr>
          <p:nvPr/>
        </p:nvPicPr>
        <p:blipFill>
          <a:blip r:embed="rId9"/>
          <a:srcRect t="4141" b="14081"/>
          <a:stretch/>
        </p:blipFill>
        <p:spPr>
          <a:xfrm>
            <a:off x="3767958" y="4345188"/>
            <a:ext cx="2405478" cy="1025686"/>
          </a:xfrm>
          <a:prstGeom prst="rect">
            <a:avLst/>
          </a:prstGeom>
        </p:spPr>
      </p:pic>
      <p:pic>
        <p:nvPicPr>
          <p:cNvPr id="13" name="Picture 12" descr="A close-up of a label&#10;&#10;Description automatically generated">
            <a:extLst>
              <a:ext uri="{FF2B5EF4-FFF2-40B4-BE49-F238E27FC236}">
                <a16:creationId xmlns:a16="http://schemas.microsoft.com/office/drawing/2014/main" id="{9A6B4CB1-9508-F765-DBEC-1A1D5E6B18FD}"/>
              </a:ext>
            </a:extLst>
          </p:cNvPr>
          <p:cNvPicPr>
            <a:picLocks noChangeAspect="1"/>
          </p:cNvPicPr>
          <p:nvPr/>
        </p:nvPicPr>
        <p:blipFill>
          <a:blip r:embed="rId10"/>
          <a:stretch>
            <a:fillRect/>
          </a:stretch>
        </p:blipFill>
        <p:spPr>
          <a:xfrm>
            <a:off x="1298763" y="4433832"/>
            <a:ext cx="1904690" cy="978752"/>
          </a:xfrm>
          <a:prstGeom prst="rect">
            <a:avLst/>
          </a:prstGeom>
        </p:spPr>
      </p:pic>
      <p:pic>
        <p:nvPicPr>
          <p:cNvPr id="14" name="Picture 13" descr="A logo with a yellow and blue letter&#10;&#10;Description automatically generated">
            <a:extLst>
              <a:ext uri="{FF2B5EF4-FFF2-40B4-BE49-F238E27FC236}">
                <a16:creationId xmlns:a16="http://schemas.microsoft.com/office/drawing/2014/main" id="{1D4A8C29-FF48-CCF6-0647-0A44F4921EBF}"/>
              </a:ext>
            </a:extLst>
          </p:cNvPr>
          <p:cNvPicPr>
            <a:picLocks noChangeAspect="1"/>
          </p:cNvPicPr>
          <p:nvPr/>
        </p:nvPicPr>
        <p:blipFill>
          <a:blip r:embed="rId11"/>
          <a:srcRect t="29526" b="24201"/>
          <a:stretch/>
        </p:blipFill>
        <p:spPr>
          <a:xfrm>
            <a:off x="8782976" y="4519022"/>
            <a:ext cx="2511603" cy="606971"/>
          </a:xfrm>
          <a:prstGeom prst="rect">
            <a:avLst/>
          </a:prstGeom>
        </p:spPr>
      </p:pic>
    </p:spTree>
    <p:extLst>
      <p:ext uri="{BB962C8B-B14F-4D97-AF65-F5344CB8AC3E}">
        <p14:creationId xmlns:p14="http://schemas.microsoft.com/office/powerpoint/2010/main" val="1781438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3465-616F-1358-1356-FDFCD581BDE0}"/>
              </a:ext>
            </a:extLst>
          </p:cNvPr>
          <p:cNvSpPr>
            <a:spLocks noGrp="1"/>
          </p:cNvSpPr>
          <p:nvPr>
            <p:ph type="title"/>
          </p:nvPr>
        </p:nvSpPr>
        <p:spPr/>
        <p:txBody>
          <a:bodyPr/>
          <a:lstStyle/>
          <a:p>
            <a:r>
              <a:rPr lang="en-US"/>
              <a:t>Summary</a:t>
            </a:r>
          </a:p>
        </p:txBody>
      </p:sp>
      <p:sp>
        <p:nvSpPr>
          <p:cNvPr id="4" name="TextBox 3">
            <a:extLst>
              <a:ext uri="{FF2B5EF4-FFF2-40B4-BE49-F238E27FC236}">
                <a16:creationId xmlns:a16="http://schemas.microsoft.com/office/drawing/2014/main" id="{C8044A6D-6948-1688-8B35-22373FE615EF}"/>
              </a:ext>
            </a:extLst>
          </p:cNvPr>
          <p:cNvSpPr txBox="1"/>
          <p:nvPr/>
        </p:nvSpPr>
        <p:spPr>
          <a:xfrm>
            <a:off x="978567" y="1397409"/>
            <a:ext cx="566454" cy="323165"/>
          </a:xfrm>
          <a:prstGeom prst="rect">
            <a:avLst/>
          </a:prstGeom>
          <a:noFill/>
        </p:spPr>
        <p:txBody>
          <a:bodyPr wrap="square" lIns="91440" tIns="45720" rIns="91440" bIns="45720" rtlCol="0" anchor="t">
            <a:spAutoFit/>
          </a:bodyPr>
          <a:lstStyle/>
          <a:p>
            <a:r>
              <a:rPr lang="en-US" sz="1500"/>
              <a:t>1A.</a:t>
            </a:r>
          </a:p>
        </p:txBody>
      </p:sp>
      <p:sp>
        <p:nvSpPr>
          <p:cNvPr id="5" name="TextBox 4">
            <a:extLst>
              <a:ext uri="{FF2B5EF4-FFF2-40B4-BE49-F238E27FC236}">
                <a16:creationId xmlns:a16="http://schemas.microsoft.com/office/drawing/2014/main" id="{236285E7-7AD5-06B8-E791-65BAD7C06541}"/>
              </a:ext>
            </a:extLst>
          </p:cNvPr>
          <p:cNvSpPr txBox="1"/>
          <p:nvPr/>
        </p:nvSpPr>
        <p:spPr>
          <a:xfrm>
            <a:off x="3012913" y="1397409"/>
            <a:ext cx="534120" cy="323165"/>
          </a:xfrm>
          <a:prstGeom prst="rect">
            <a:avLst/>
          </a:prstGeom>
          <a:noFill/>
        </p:spPr>
        <p:txBody>
          <a:bodyPr wrap="square" lIns="91440" tIns="45720" rIns="91440" bIns="45720" rtlCol="0" anchor="t">
            <a:spAutoFit/>
          </a:bodyPr>
          <a:lstStyle/>
          <a:p>
            <a:r>
              <a:rPr lang="en-US" sz="1500"/>
              <a:t>1B.</a:t>
            </a:r>
          </a:p>
        </p:txBody>
      </p:sp>
      <p:sp>
        <p:nvSpPr>
          <p:cNvPr id="6" name="TextBox 5">
            <a:extLst>
              <a:ext uri="{FF2B5EF4-FFF2-40B4-BE49-F238E27FC236}">
                <a16:creationId xmlns:a16="http://schemas.microsoft.com/office/drawing/2014/main" id="{838BC400-06C0-60F9-4BE3-550936F64FAA}"/>
              </a:ext>
            </a:extLst>
          </p:cNvPr>
          <p:cNvSpPr txBox="1"/>
          <p:nvPr/>
        </p:nvSpPr>
        <p:spPr>
          <a:xfrm>
            <a:off x="5047259" y="1397409"/>
            <a:ext cx="534121" cy="323165"/>
          </a:xfrm>
          <a:prstGeom prst="rect">
            <a:avLst/>
          </a:prstGeom>
          <a:noFill/>
        </p:spPr>
        <p:txBody>
          <a:bodyPr wrap="square" lIns="91440" tIns="45720" rIns="91440" bIns="45720" rtlCol="0" anchor="t">
            <a:spAutoFit/>
          </a:bodyPr>
          <a:lstStyle/>
          <a:p>
            <a:r>
              <a:rPr lang="en-US" sz="1500"/>
              <a:t>1C.</a:t>
            </a:r>
          </a:p>
        </p:txBody>
      </p:sp>
      <p:sp>
        <p:nvSpPr>
          <p:cNvPr id="7" name="TextBox 6">
            <a:extLst>
              <a:ext uri="{FF2B5EF4-FFF2-40B4-BE49-F238E27FC236}">
                <a16:creationId xmlns:a16="http://schemas.microsoft.com/office/drawing/2014/main" id="{58D4B9DF-42CA-0393-4B69-7AEAC211657F}"/>
              </a:ext>
            </a:extLst>
          </p:cNvPr>
          <p:cNvSpPr txBox="1"/>
          <p:nvPr/>
        </p:nvSpPr>
        <p:spPr>
          <a:xfrm>
            <a:off x="7275568" y="1397409"/>
            <a:ext cx="534121" cy="323165"/>
          </a:xfrm>
          <a:prstGeom prst="rect">
            <a:avLst/>
          </a:prstGeom>
          <a:noFill/>
        </p:spPr>
        <p:txBody>
          <a:bodyPr wrap="square" lIns="91440" tIns="45720" rIns="91440" bIns="45720" rtlCol="0" anchor="t">
            <a:spAutoFit/>
          </a:bodyPr>
          <a:lstStyle/>
          <a:p>
            <a:r>
              <a:rPr lang="en-US" sz="1500"/>
              <a:t>1D.</a:t>
            </a:r>
          </a:p>
        </p:txBody>
      </p:sp>
      <p:sp>
        <p:nvSpPr>
          <p:cNvPr id="8" name="TextBox 7">
            <a:extLst>
              <a:ext uri="{FF2B5EF4-FFF2-40B4-BE49-F238E27FC236}">
                <a16:creationId xmlns:a16="http://schemas.microsoft.com/office/drawing/2014/main" id="{6D7B8D27-EDBB-5C98-1121-9FE846B5FB44}"/>
              </a:ext>
            </a:extLst>
          </p:cNvPr>
          <p:cNvSpPr txBox="1"/>
          <p:nvPr/>
        </p:nvSpPr>
        <p:spPr>
          <a:xfrm>
            <a:off x="9503876" y="1397409"/>
            <a:ext cx="534121" cy="323165"/>
          </a:xfrm>
          <a:prstGeom prst="rect">
            <a:avLst/>
          </a:prstGeom>
          <a:noFill/>
        </p:spPr>
        <p:txBody>
          <a:bodyPr wrap="square" lIns="91440" tIns="45720" rIns="91440" bIns="45720" rtlCol="0" anchor="t">
            <a:spAutoFit/>
          </a:bodyPr>
          <a:lstStyle/>
          <a:p>
            <a:r>
              <a:rPr lang="en-US" sz="1500"/>
              <a:t>2.</a:t>
            </a:r>
          </a:p>
        </p:txBody>
      </p:sp>
      <p:sp>
        <p:nvSpPr>
          <p:cNvPr id="19" name="TextBox 18">
            <a:extLst>
              <a:ext uri="{FF2B5EF4-FFF2-40B4-BE49-F238E27FC236}">
                <a16:creationId xmlns:a16="http://schemas.microsoft.com/office/drawing/2014/main" id="{D83663CF-6E84-82D3-B271-ACA581DFF55B}"/>
              </a:ext>
            </a:extLst>
          </p:cNvPr>
          <p:cNvSpPr txBox="1"/>
          <p:nvPr/>
        </p:nvSpPr>
        <p:spPr>
          <a:xfrm>
            <a:off x="978567" y="2909334"/>
            <a:ext cx="346570" cy="323165"/>
          </a:xfrm>
          <a:prstGeom prst="rect">
            <a:avLst/>
          </a:prstGeom>
          <a:noFill/>
        </p:spPr>
        <p:txBody>
          <a:bodyPr wrap="none" lIns="91440" tIns="45720" rIns="91440" bIns="45720" rtlCol="0" anchor="t">
            <a:spAutoFit/>
          </a:bodyPr>
          <a:lstStyle/>
          <a:p>
            <a:r>
              <a:rPr lang="en-US" sz="1500"/>
              <a:t>3.</a:t>
            </a:r>
          </a:p>
        </p:txBody>
      </p:sp>
      <p:sp>
        <p:nvSpPr>
          <p:cNvPr id="20" name="TextBox 19">
            <a:extLst>
              <a:ext uri="{FF2B5EF4-FFF2-40B4-BE49-F238E27FC236}">
                <a16:creationId xmlns:a16="http://schemas.microsoft.com/office/drawing/2014/main" id="{8937EB96-6242-E347-6ACC-121F514B4CA6}"/>
              </a:ext>
            </a:extLst>
          </p:cNvPr>
          <p:cNvSpPr txBox="1"/>
          <p:nvPr/>
        </p:nvSpPr>
        <p:spPr>
          <a:xfrm>
            <a:off x="3018685" y="2909334"/>
            <a:ext cx="628795" cy="323165"/>
          </a:xfrm>
          <a:prstGeom prst="rect">
            <a:avLst/>
          </a:prstGeom>
          <a:noFill/>
        </p:spPr>
        <p:txBody>
          <a:bodyPr wrap="square" lIns="91440" tIns="45720" rIns="91440" bIns="45720" rtlCol="0" anchor="t">
            <a:spAutoFit/>
          </a:bodyPr>
          <a:lstStyle/>
          <a:p>
            <a:r>
              <a:rPr lang="en-US" sz="1500"/>
              <a:t>4A.</a:t>
            </a:r>
          </a:p>
        </p:txBody>
      </p:sp>
      <p:sp>
        <p:nvSpPr>
          <p:cNvPr id="21" name="TextBox 20">
            <a:extLst>
              <a:ext uri="{FF2B5EF4-FFF2-40B4-BE49-F238E27FC236}">
                <a16:creationId xmlns:a16="http://schemas.microsoft.com/office/drawing/2014/main" id="{0015A84F-FF36-E8D1-91A3-FE0595A71A7C}"/>
              </a:ext>
            </a:extLst>
          </p:cNvPr>
          <p:cNvSpPr txBox="1"/>
          <p:nvPr/>
        </p:nvSpPr>
        <p:spPr>
          <a:xfrm>
            <a:off x="5047259" y="2909334"/>
            <a:ext cx="534121" cy="323165"/>
          </a:xfrm>
          <a:prstGeom prst="rect">
            <a:avLst/>
          </a:prstGeom>
          <a:noFill/>
        </p:spPr>
        <p:txBody>
          <a:bodyPr wrap="square" lIns="91440" tIns="45720" rIns="91440" bIns="45720" rtlCol="0" anchor="t">
            <a:spAutoFit/>
          </a:bodyPr>
          <a:lstStyle/>
          <a:p>
            <a:r>
              <a:rPr lang="en-US" sz="1500"/>
              <a:t>4B.</a:t>
            </a:r>
          </a:p>
        </p:txBody>
      </p:sp>
      <p:sp>
        <p:nvSpPr>
          <p:cNvPr id="22" name="TextBox 21">
            <a:extLst>
              <a:ext uri="{FF2B5EF4-FFF2-40B4-BE49-F238E27FC236}">
                <a16:creationId xmlns:a16="http://schemas.microsoft.com/office/drawing/2014/main" id="{488224E9-6FE3-EBF8-B17E-44560D02C92D}"/>
              </a:ext>
            </a:extLst>
          </p:cNvPr>
          <p:cNvSpPr txBox="1"/>
          <p:nvPr/>
        </p:nvSpPr>
        <p:spPr>
          <a:xfrm>
            <a:off x="7275568" y="2909334"/>
            <a:ext cx="534121" cy="323165"/>
          </a:xfrm>
          <a:prstGeom prst="rect">
            <a:avLst/>
          </a:prstGeom>
          <a:noFill/>
        </p:spPr>
        <p:txBody>
          <a:bodyPr wrap="square" lIns="91440" tIns="45720" rIns="91440" bIns="45720" rtlCol="0" anchor="t">
            <a:spAutoFit/>
          </a:bodyPr>
          <a:lstStyle/>
          <a:p>
            <a:r>
              <a:rPr lang="en-US" sz="1500"/>
              <a:t>4C.</a:t>
            </a:r>
          </a:p>
        </p:txBody>
      </p:sp>
      <p:sp>
        <p:nvSpPr>
          <p:cNvPr id="23" name="TextBox 22">
            <a:extLst>
              <a:ext uri="{FF2B5EF4-FFF2-40B4-BE49-F238E27FC236}">
                <a16:creationId xmlns:a16="http://schemas.microsoft.com/office/drawing/2014/main" id="{6C1A07B8-038D-38AD-F2AA-D486F90ADD67}"/>
              </a:ext>
            </a:extLst>
          </p:cNvPr>
          <p:cNvSpPr txBox="1"/>
          <p:nvPr/>
        </p:nvSpPr>
        <p:spPr>
          <a:xfrm>
            <a:off x="9503876" y="2909334"/>
            <a:ext cx="534121" cy="323165"/>
          </a:xfrm>
          <a:prstGeom prst="rect">
            <a:avLst/>
          </a:prstGeom>
          <a:noFill/>
        </p:spPr>
        <p:txBody>
          <a:bodyPr wrap="square" lIns="91440" tIns="45720" rIns="91440" bIns="45720" rtlCol="0" anchor="t">
            <a:spAutoFit/>
          </a:bodyPr>
          <a:lstStyle/>
          <a:p>
            <a:r>
              <a:rPr lang="en-US" sz="1500"/>
              <a:t>4D.</a:t>
            </a:r>
          </a:p>
        </p:txBody>
      </p:sp>
      <p:sp>
        <p:nvSpPr>
          <p:cNvPr id="24" name="TextBox 23">
            <a:extLst>
              <a:ext uri="{FF2B5EF4-FFF2-40B4-BE49-F238E27FC236}">
                <a16:creationId xmlns:a16="http://schemas.microsoft.com/office/drawing/2014/main" id="{BD9EB384-8174-8037-322B-CC0A46B05DC0}"/>
              </a:ext>
            </a:extLst>
          </p:cNvPr>
          <p:cNvSpPr txBox="1"/>
          <p:nvPr/>
        </p:nvSpPr>
        <p:spPr>
          <a:xfrm>
            <a:off x="978567" y="4394109"/>
            <a:ext cx="468398" cy="323165"/>
          </a:xfrm>
          <a:prstGeom prst="rect">
            <a:avLst/>
          </a:prstGeom>
          <a:noFill/>
        </p:spPr>
        <p:txBody>
          <a:bodyPr wrap="none" lIns="91440" tIns="45720" rIns="91440" bIns="45720" rtlCol="0" anchor="t">
            <a:spAutoFit/>
          </a:bodyPr>
          <a:lstStyle/>
          <a:p>
            <a:r>
              <a:rPr lang="en-US" sz="1500"/>
              <a:t>5A.</a:t>
            </a:r>
          </a:p>
        </p:txBody>
      </p:sp>
      <p:sp>
        <p:nvSpPr>
          <p:cNvPr id="25" name="TextBox 24">
            <a:extLst>
              <a:ext uri="{FF2B5EF4-FFF2-40B4-BE49-F238E27FC236}">
                <a16:creationId xmlns:a16="http://schemas.microsoft.com/office/drawing/2014/main" id="{440E4872-CA86-4232-A62C-FD0E2E868692}"/>
              </a:ext>
            </a:extLst>
          </p:cNvPr>
          <p:cNvSpPr txBox="1"/>
          <p:nvPr/>
        </p:nvSpPr>
        <p:spPr>
          <a:xfrm>
            <a:off x="3012913" y="4394109"/>
            <a:ext cx="534120" cy="323165"/>
          </a:xfrm>
          <a:prstGeom prst="rect">
            <a:avLst/>
          </a:prstGeom>
          <a:noFill/>
        </p:spPr>
        <p:txBody>
          <a:bodyPr wrap="square" lIns="91440" tIns="45720" rIns="91440" bIns="45720" rtlCol="0" anchor="t">
            <a:spAutoFit/>
          </a:bodyPr>
          <a:lstStyle/>
          <a:p>
            <a:r>
              <a:rPr lang="en-US" sz="1500"/>
              <a:t>5B.</a:t>
            </a:r>
          </a:p>
        </p:txBody>
      </p:sp>
      <p:sp>
        <p:nvSpPr>
          <p:cNvPr id="26" name="TextBox 25">
            <a:extLst>
              <a:ext uri="{FF2B5EF4-FFF2-40B4-BE49-F238E27FC236}">
                <a16:creationId xmlns:a16="http://schemas.microsoft.com/office/drawing/2014/main" id="{40E4FA4F-28EF-311A-3918-A71A76472DB7}"/>
              </a:ext>
            </a:extLst>
          </p:cNvPr>
          <p:cNvSpPr txBox="1"/>
          <p:nvPr/>
        </p:nvSpPr>
        <p:spPr>
          <a:xfrm>
            <a:off x="5047259" y="4394109"/>
            <a:ext cx="534121" cy="323165"/>
          </a:xfrm>
          <a:prstGeom prst="rect">
            <a:avLst/>
          </a:prstGeom>
          <a:noFill/>
        </p:spPr>
        <p:txBody>
          <a:bodyPr wrap="square" lIns="91440" tIns="45720" rIns="91440" bIns="45720" rtlCol="0" anchor="t">
            <a:spAutoFit/>
          </a:bodyPr>
          <a:lstStyle/>
          <a:p>
            <a:r>
              <a:rPr lang="en-US" sz="1500"/>
              <a:t>6A.</a:t>
            </a:r>
          </a:p>
        </p:txBody>
      </p:sp>
      <p:sp>
        <p:nvSpPr>
          <p:cNvPr id="27" name="TextBox 26">
            <a:extLst>
              <a:ext uri="{FF2B5EF4-FFF2-40B4-BE49-F238E27FC236}">
                <a16:creationId xmlns:a16="http://schemas.microsoft.com/office/drawing/2014/main" id="{6B868895-5557-212A-93FE-4593C0D4746C}"/>
              </a:ext>
            </a:extLst>
          </p:cNvPr>
          <p:cNvSpPr txBox="1"/>
          <p:nvPr/>
        </p:nvSpPr>
        <p:spPr>
          <a:xfrm>
            <a:off x="7275568" y="4394109"/>
            <a:ext cx="534121" cy="323165"/>
          </a:xfrm>
          <a:prstGeom prst="rect">
            <a:avLst/>
          </a:prstGeom>
          <a:noFill/>
        </p:spPr>
        <p:txBody>
          <a:bodyPr wrap="square" lIns="91440" tIns="45720" rIns="91440" bIns="45720" rtlCol="0" anchor="t">
            <a:spAutoFit/>
          </a:bodyPr>
          <a:lstStyle/>
          <a:p>
            <a:r>
              <a:rPr lang="en-US" sz="1500"/>
              <a:t>6B.</a:t>
            </a:r>
          </a:p>
        </p:txBody>
      </p:sp>
      <p:sp>
        <p:nvSpPr>
          <p:cNvPr id="28" name="TextBox 27">
            <a:extLst>
              <a:ext uri="{FF2B5EF4-FFF2-40B4-BE49-F238E27FC236}">
                <a16:creationId xmlns:a16="http://schemas.microsoft.com/office/drawing/2014/main" id="{57F08C8C-A0A3-6791-58EB-A029A93D6DE1}"/>
              </a:ext>
            </a:extLst>
          </p:cNvPr>
          <p:cNvSpPr txBox="1"/>
          <p:nvPr/>
        </p:nvSpPr>
        <p:spPr>
          <a:xfrm>
            <a:off x="9503876" y="4394109"/>
            <a:ext cx="534121" cy="323165"/>
          </a:xfrm>
          <a:prstGeom prst="rect">
            <a:avLst/>
          </a:prstGeom>
          <a:noFill/>
        </p:spPr>
        <p:txBody>
          <a:bodyPr wrap="square" lIns="91440" tIns="45720" rIns="91440" bIns="45720" rtlCol="0" anchor="t">
            <a:spAutoFit/>
          </a:bodyPr>
          <a:lstStyle/>
          <a:p>
            <a:r>
              <a:rPr lang="en-US" sz="1500"/>
              <a:t>6C.</a:t>
            </a:r>
          </a:p>
        </p:txBody>
      </p:sp>
      <p:pic>
        <p:nvPicPr>
          <p:cNvPr id="16" name="Picture 15" descr="A purple text on a black background&#10;&#10;Description automatically generated">
            <a:extLst>
              <a:ext uri="{FF2B5EF4-FFF2-40B4-BE49-F238E27FC236}">
                <a16:creationId xmlns:a16="http://schemas.microsoft.com/office/drawing/2014/main" id="{C5737A4E-18EA-5A66-BCE3-0D538D342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5471" y="1618770"/>
            <a:ext cx="2008262" cy="930070"/>
          </a:xfrm>
          <a:prstGeom prst="rect">
            <a:avLst/>
          </a:prstGeom>
        </p:spPr>
      </p:pic>
      <p:pic>
        <p:nvPicPr>
          <p:cNvPr id="32" name="Picture 31" descr="A purple and black text&#10;&#10;Description automatically generated">
            <a:extLst>
              <a:ext uri="{FF2B5EF4-FFF2-40B4-BE49-F238E27FC236}">
                <a16:creationId xmlns:a16="http://schemas.microsoft.com/office/drawing/2014/main" id="{9F165974-BFD1-66DF-DFFC-F85D96637D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5614" y="1591620"/>
            <a:ext cx="2008262" cy="930070"/>
          </a:xfrm>
          <a:prstGeom prst="rect">
            <a:avLst/>
          </a:prstGeom>
        </p:spPr>
      </p:pic>
      <p:pic>
        <p:nvPicPr>
          <p:cNvPr id="36" name="Picture 35" descr="A logo with purple text&#10;&#10;Description automatically generated">
            <a:extLst>
              <a:ext uri="{FF2B5EF4-FFF2-40B4-BE49-F238E27FC236}">
                <a16:creationId xmlns:a16="http://schemas.microsoft.com/office/drawing/2014/main" id="{B8C77E7C-B61E-E8A9-995B-9B9257AB6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7806" y="3234596"/>
            <a:ext cx="2008262" cy="974851"/>
          </a:xfrm>
          <a:prstGeom prst="rect">
            <a:avLst/>
          </a:prstGeom>
        </p:spPr>
      </p:pic>
      <p:pic>
        <p:nvPicPr>
          <p:cNvPr id="9" name="Picture 8" descr="A purple and grey text on a black background&#10;&#10;Description automatically generated">
            <a:extLst>
              <a:ext uri="{FF2B5EF4-FFF2-40B4-BE49-F238E27FC236}">
                <a16:creationId xmlns:a16="http://schemas.microsoft.com/office/drawing/2014/main" id="{449A33AF-E31F-10D3-8C0A-8990C4E5B567}"/>
              </a:ext>
            </a:extLst>
          </p:cNvPr>
          <p:cNvPicPr>
            <a:picLocks noChangeAspect="1"/>
          </p:cNvPicPr>
          <p:nvPr/>
        </p:nvPicPr>
        <p:blipFill>
          <a:blip r:embed="rId5"/>
          <a:stretch>
            <a:fillRect/>
          </a:stretch>
        </p:blipFill>
        <p:spPr>
          <a:xfrm>
            <a:off x="3128819" y="3237087"/>
            <a:ext cx="1731818" cy="972644"/>
          </a:xfrm>
          <a:prstGeom prst="rect">
            <a:avLst/>
          </a:prstGeom>
        </p:spPr>
      </p:pic>
      <p:pic>
        <p:nvPicPr>
          <p:cNvPr id="11" name="Picture 10" descr="A pink and grey text on a black background&#10;&#10;Description automatically generated">
            <a:extLst>
              <a:ext uri="{FF2B5EF4-FFF2-40B4-BE49-F238E27FC236}">
                <a16:creationId xmlns:a16="http://schemas.microsoft.com/office/drawing/2014/main" id="{AB789720-9AC5-F871-58E1-8E6BB4FE538A}"/>
              </a:ext>
            </a:extLst>
          </p:cNvPr>
          <p:cNvPicPr>
            <a:picLocks noChangeAspect="1"/>
          </p:cNvPicPr>
          <p:nvPr/>
        </p:nvPicPr>
        <p:blipFill>
          <a:blip r:embed="rId6"/>
          <a:stretch>
            <a:fillRect/>
          </a:stretch>
        </p:blipFill>
        <p:spPr>
          <a:xfrm>
            <a:off x="5137726" y="3232495"/>
            <a:ext cx="2008911" cy="981829"/>
          </a:xfrm>
          <a:prstGeom prst="rect">
            <a:avLst/>
          </a:prstGeom>
        </p:spPr>
      </p:pic>
      <p:pic>
        <p:nvPicPr>
          <p:cNvPr id="13" name="Picture 12">
            <a:extLst>
              <a:ext uri="{FF2B5EF4-FFF2-40B4-BE49-F238E27FC236}">
                <a16:creationId xmlns:a16="http://schemas.microsoft.com/office/drawing/2014/main" id="{C2C82AC3-935B-80B5-D8B9-4C094A2DEE86}"/>
              </a:ext>
            </a:extLst>
          </p:cNvPr>
          <p:cNvPicPr>
            <a:picLocks noChangeAspect="1"/>
          </p:cNvPicPr>
          <p:nvPr/>
        </p:nvPicPr>
        <p:blipFill>
          <a:blip r:embed="rId7"/>
          <a:stretch>
            <a:fillRect/>
          </a:stretch>
        </p:blipFill>
        <p:spPr>
          <a:xfrm>
            <a:off x="996878" y="4603196"/>
            <a:ext cx="1991553" cy="1030780"/>
          </a:xfrm>
          <a:prstGeom prst="rect">
            <a:avLst/>
          </a:prstGeom>
        </p:spPr>
      </p:pic>
      <p:pic>
        <p:nvPicPr>
          <p:cNvPr id="18" name="Picture 17" descr="A blue and grey text on a black background&#10;&#10;Description automatically generated">
            <a:extLst>
              <a:ext uri="{FF2B5EF4-FFF2-40B4-BE49-F238E27FC236}">
                <a16:creationId xmlns:a16="http://schemas.microsoft.com/office/drawing/2014/main" id="{CC67B075-7FC3-4CB4-5C29-918D887D3726}"/>
              </a:ext>
            </a:extLst>
          </p:cNvPr>
          <p:cNvPicPr>
            <a:picLocks noChangeAspect="1"/>
          </p:cNvPicPr>
          <p:nvPr/>
        </p:nvPicPr>
        <p:blipFill>
          <a:blip r:embed="rId8"/>
          <a:stretch>
            <a:fillRect/>
          </a:stretch>
        </p:blipFill>
        <p:spPr>
          <a:xfrm>
            <a:off x="3236675" y="4646822"/>
            <a:ext cx="1876138" cy="980708"/>
          </a:xfrm>
          <a:prstGeom prst="rect">
            <a:avLst/>
          </a:prstGeom>
        </p:spPr>
      </p:pic>
      <p:pic>
        <p:nvPicPr>
          <p:cNvPr id="12" name="Picture 11" descr="A purple and grey text on a black background&#10;&#10;Description automatically generated">
            <a:extLst>
              <a:ext uri="{FF2B5EF4-FFF2-40B4-BE49-F238E27FC236}">
                <a16:creationId xmlns:a16="http://schemas.microsoft.com/office/drawing/2014/main" id="{7C4C55C2-605A-AEDC-9C4A-16CE6DB29734}"/>
              </a:ext>
            </a:extLst>
          </p:cNvPr>
          <p:cNvPicPr>
            <a:picLocks noChangeAspect="1"/>
          </p:cNvPicPr>
          <p:nvPr/>
        </p:nvPicPr>
        <p:blipFill>
          <a:blip r:embed="rId9"/>
          <a:stretch>
            <a:fillRect/>
          </a:stretch>
        </p:blipFill>
        <p:spPr>
          <a:xfrm>
            <a:off x="7492999" y="3133177"/>
            <a:ext cx="1772229" cy="1082325"/>
          </a:xfrm>
          <a:prstGeom prst="rect">
            <a:avLst/>
          </a:prstGeom>
        </p:spPr>
      </p:pic>
      <p:pic>
        <p:nvPicPr>
          <p:cNvPr id="31" name="Picture 30" descr="A pink and grey text on a black background&#10;&#10;Description automatically generated">
            <a:extLst>
              <a:ext uri="{FF2B5EF4-FFF2-40B4-BE49-F238E27FC236}">
                <a16:creationId xmlns:a16="http://schemas.microsoft.com/office/drawing/2014/main" id="{C5E91517-0556-B76E-16B8-A81883AB6A7E}"/>
              </a:ext>
            </a:extLst>
          </p:cNvPr>
          <p:cNvPicPr>
            <a:picLocks noChangeAspect="1"/>
          </p:cNvPicPr>
          <p:nvPr/>
        </p:nvPicPr>
        <p:blipFill>
          <a:blip r:embed="rId10"/>
          <a:stretch>
            <a:fillRect/>
          </a:stretch>
        </p:blipFill>
        <p:spPr>
          <a:xfrm>
            <a:off x="9501910" y="3070859"/>
            <a:ext cx="1991592" cy="1051099"/>
          </a:xfrm>
          <a:prstGeom prst="rect">
            <a:avLst/>
          </a:prstGeom>
        </p:spPr>
      </p:pic>
      <p:pic>
        <p:nvPicPr>
          <p:cNvPr id="10" name="Picture 9" descr="A purple and grey text with blue wings&#10;&#10;Description automatically generated">
            <a:extLst>
              <a:ext uri="{FF2B5EF4-FFF2-40B4-BE49-F238E27FC236}">
                <a16:creationId xmlns:a16="http://schemas.microsoft.com/office/drawing/2014/main" id="{54D18833-1F7E-EA13-A1E2-720AD27EA2A5}"/>
              </a:ext>
            </a:extLst>
          </p:cNvPr>
          <p:cNvPicPr>
            <a:picLocks noChangeAspect="1"/>
          </p:cNvPicPr>
          <p:nvPr/>
        </p:nvPicPr>
        <p:blipFill>
          <a:blip r:embed="rId11"/>
          <a:srcRect t="-154" r="11746" b="-2864"/>
          <a:stretch/>
        </p:blipFill>
        <p:spPr>
          <a:xfrm>
            <a:off x="7380888" y="4643243"/>
            <a:ext cx="1471996" cy="893930"/>
          </a:xfrm>
          <a:prstGeom prst="rect">
            <a:avLst/>
          </a:prstGeom>
        </p:spPr>
      </p:pic>
      <p:pic>
        <p:nvPicPr>
          <p:cNvPr id="29" name="Picture 28" descr="A purple and grey text on a black background&#10;&#10;Description automatically generated">
            <a:extLst>
              <a:ext uri="{FF2B5EF4-FFF2-40B4-BE49-F238E27FC236}">
                <a16:creationId xmlns:a16="http://schemas.microsoft.com/office/drawing/2014/main" id="{EC7ADD80-C41A-47EA-1B13-9CA40577ABEB}"/>
              </a:ext>
            </a:extLst>
          </p:cNvPr>
          <p:cNvPicPr>
            <a:picLocks noChangeAspect="1"/>
          </p:cNvPicPr>
          <p:nvPr/>
        </p:nvPicPr>
        <p:blipFill>
          <a:blip r:embed="rId12"/>
          <a:stretch>
            <a:fillRect/>
          </a:stretch>
        </p:blipFill>
        <p:spPr>
          <a:xfrm>
            <a:off x="5262296" y="4712207"/>
            <a:ext cx="1672877" cy="787345"/>
          </a:xfrm>
          <a:prstGeom prst="rect">
            <a:avLst/>
          </a:prstGeom>
        </p:spPr>
      </p:pic>
      <p:pic>
        <p:nvPicPr>
          <p:cNvPr id="33" name="Picture 32" descr="A blue bird with a black background&#10;&#10;Description automatically generated">
            <a:extLst>
              <a:ext uri="{FF2B5EF4-FFF2-40B4-BE49-F238E27FC236}">
                <a16:creationId xmlns:a16="http://schemas.microsoft.com/office/drawing/2014/main" id="{166A1657-2163-EC9C-0C0D-A3C64A292317}"/>
              </a:ext>
            </a:extLst>
          </p:cNvPr>
          <p:cNvPicPr>
            <a:picLocks noChangeAspect="1"/>
          </p:cNvPicPr>
          <p:nvPr/>
        </p:nvPicPr>
        <p:blipFill>
          <a:blip r:embed="rId13"/>
          <a:stretch>
            <a:fillRect/>
          </a:stretch>
        </p:blipFill>
        <p:spPr>
          <a:xfrm>
            <a:off x="9499782" y="4550873"/>
            <a:ext cx="1469312" cy="921714"/>
          </a:xfrm>
          <a:prstGeom prst="rect">
            <a:avLst/>
          </a:prstGeom>
        </p:spPr>
      </p:pic>
      <p:pic>
        <p:nvPicPr>
          <p:cNvPr id="3" name="Picture 2">
            <a:extLst>
              <a:ext uri="{FF2B5EF4-FFF2-40B4-BE49-F238E27FC236}">
                <a16:creationId xmlns:a16="http://schemas.microsoft.com/office/drawing/2014/main" id="{43126B36-E967-158E-1F9D-96003B92ED1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026068" y="1591620"/>
            <a:ext cx="2157024" cy="998965"/>
          </a:xfrm>
          <a:prstGeom prst="rect">
            <a:avLst/>
          </a:prstGeom>
        </p:spPr>
      </p:pic>
      <p:pic>
        <p:nvPicPr>
          <p:cNvPr id="17" name="Picture 16">
            <a:extLst>
              <a:ext uri="{FF2B5EF4-FFF2-40B4-BE49-F238E27FC236}">
                <a16:creationId xmlns:a16="http://schemas.microsoft.com/office/drawing/2014/main" id="{BB3342B0-4837-FEBB-9EAA-F8AE4C50EE3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04068" y="1635686"/>
            <a:ext cx="2157024" cy="998965"/>
          </a:xfrm>
          <a:prstGeom prst="rect">
            <a:avLst/>
          </a:prstGeom>
        </p:spPr>
      </p:pic>
      <p:pic>
        <p:nvPicPr>
          <p:cNvPr id="30" name="Picture 29" descr="A purple and black logo&#10;&#10;Description automatically generated">
            <a:extLst>
              <a:ext uri="{FF2B5EF4-FFF2-40B4-BE49-F238E27FC236}">
                <a16:creationId xmlns:a16="http://schemas.microsoft.com/office/drawing/2014/main" id="{4718A545-60D7-7696-444C-3C22E256644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296771" y="1748138"/>
            <a:ext cx="2407961" cy="1168873"/>
          </a:xfrm>
          <a:prstGeom prst="rect">
            <a:avLst/>
          </a:prstGeom>
        </p:spPr>
      </p:pic>
    </p:spTree>
    <p:extLst>
      <p:ext uri="{BB962C8B-B14F-4D97-AF65-F5344CB8AC3E}">
        <p14:creationId xmlns:p14="http://schemas.microsoft.com/office/powerpoint/2010/main" val="2698714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505BB-6C6E-8BD0-6419-B841F2EA7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AEA95-9013-25B6-0BE6-55DC986E37EE}"/>
              </a:ext>
            </a:extLst>
          </p:cNvPr>
          <p:cNvSpPr>
            <a:spLocks noGrp="1"/>
          </p:cNvSpPr>
          <p:nvPr>
            <p:ph type="title"/>
          </p:nvPr>
        </p:nvSpPr>
        <p:spPr/>
        <p:txBody>
          <a:bodyPr/>
          <a:lstStyle/>
          <a:p>
            <a:r>
              <a:rPr lang="en-US"/>
              <a:t>Summary</a:t>
            </a:r>
          </a:p>
        </p:txBody>
      </p:sp>
      <p:sp>
        <p:nvSpPr>
          <p:cNvPr id="4" name="TextBox 3">
            <a:extLst>
              <a:ext uri="{FF2B5EF4-FFF2-40B4-BE49-F238E27FC236}">
                <a16:creationId xmlns:a16="http://schemas.microsoft.com/office/drawing/2014/main" id="{E0988B09-13CB-C831-D54A-3AC3B32AA576}"/>
              </a:ext>
            </a:extLst>
          </p:cNvPr>
          <p:cNvSpPr txBox="1"/>
          <p:nvPr/>
        </p:nvSpPr>
        <p:spPr>
          <a:xfrm>
            <a:off x="978567" y="1397409"/>
            <a:ext cx="566454" cy="323165"/>
          </a:xfrm>
          <a:prstGeom prst="rect">
            <a:avLst/>
          </a:prstGeom>
          <a:noFill/>
        </p:spPr>
        <p:txBody>
          <a:bodyPr wrap="square" lIns="91440" tIns="45720" rIns="91440" bIns="45720" rtlCol="0" anchor="t">
            <a:spAutoFit/>
          </a:bodyPr>
          <a:lstStyle/>
          <a:p>
            <a:r>
              <a:rPr lang="en-US" sz="1500"/>
              <a:t>7.</a:t>
            </a:r>
          </a:p>
        </p:txBody>
      </p:sp>
      <p:sp>
        <p:nvSpPr>
          <p:cNvPr id="3" name="TextBox 2">
            <a:extLst>
              <a:ext uri="{FF2B5EF4-FFF2-40B4-BE49-F238E27FC236}">
                <a16:creationId xmlns:a16="http://schemas.microsoft.com/office/drawing/2014/main" id="{1127BC9D-3BEA-DB05-9A18-9418DCA78873}"/>
              </a:ext>
            </a:extLst>
          </p:cNvPr>
          <p:cNvSpPr txBox="1"/>
          <p:nvPr/>
        </p:nvSpPr>
        <p:spPr>
          <a:xfrm>
            <a:off x="3763495" y="1401943"/>
            <a:ext cx="661703" cy="323165"/>
          </a:xfrm>
          <a:prstGeom prst="rect">
            <a:avLst/>
          </a:prstGeom>
          <a:noFill/>
        </p:spPr>
        <p:txBody>
          <a:bodyPr wrap="square" lIns="91440" tIns="45720" rIns="91440" bIns="45720" rtlCol="0" anchor="t">
            <a:spAutoFit/>
          </a:bodyPr>
          <a:lstStyle/>
          <a:p>
            <a:r>
              <a:rPr lang="en-US" sz="1500"/>
              <a:t>8A.</a:t>
            </a:r>
          </a:p>
        </p:txBody>
      </p:sp>
      <p:pic>
        <p:nvPicPr>
          <p:cNvPr id="7" name="Picture 6" descr="A purple and pink text on a black background&#10;&#10;Description automatically generated">
            <a:extLst>
              <a:ext uri="{FF2B5EF4-FFF2-40B4-BE49-F238E27FC236}">
                <a16:creationId xmlns:a16="http://schemas.microsoft.com/office/drawing/2014/main" id="{5DBC70EE-FB94-9A70-61DB-80FE269B9CE5}"/>
              </a:ext>
            </a:extLst>
          </p:cNvPr>
          <p:cNvPicPr>
            <a:picLocks noChangeAspect="1"/>
          </p:cNvPicPr>
          <p:nvPr/>
        </p:nvPicPr>
        <p:blipFill>
          <a:blip r:embed="rId2"/>
          <a:stretch>
            <a:fillRect/>
          </a:stretch>
        </p:blipFill>
        <p:spPr>
          <a:xfrm>
            <a:off x="3765922" y="1794332"/>
            <a:ext cx="1969699" cy="977661"/>
          </a:xfrm>
          <a:prstGeom prst="rect">
            <a:avLst/>
          </a:prstGeom>
        </p:spPr>
      </p:pic>
      <p:pic>
        <p:nvPicPr>
          <p:cNvPr id="9" name="Picture 8" descr="A blue and grey text on a black background&#10;&#10;Description automatically generated">
            <a:extLst>
              <a:ext uri="{FF2B5EF4-FFF2-40B4-BE49-F238E27FC236}">
                <a16:creationId xmlns:a16="http://schemas.microsoft.com/office/drawing/2014/main" id="{06AAD294-394D-428C-FA84-88004B793994}"/>
              </a:ext>
            </a:extLst>
          </p:cNvPr>
          <p:cNvPicPr>
            <a:picLocks noChangeAspect="1"/>
          </p:cNvPicPr>
          <p:nvPr/>
        </p:nvPicPr>
        <p:blipFill>
          <a:blip r:embed="rId3"/>
          <a:stretch>
            <a:fillRect/>
          </a:stretch>
        </p:blipFill>
        <p:spPr>
          <a:xfrm>
            <a:off x="6446352" y="1787901"/>
            <a:ext cx="1969699" cy="977661"/>
          </a:xfrm>
          <a:prstGeom prst="rect">
            <a:avLst/>
          </a:prstGeom>
        </p:spPr>
      </p:pic>
      <p:pic>
        <p:nvPicPr>
          <p:cNvPr id="6" name="Picture 5" descr="A black background with blue text and pink ribbon&#10;&#10;Description automatically generated">
            <a:extLst>
              <a:ext uri="{FF2B5EF4-FFF2-40B4-BE49-F238E27FC236}">
                <a16:creationId xmlns:a16="http://schemas.microsoft.com/office/drawing/2014/main" id="{BC0AC564-E892-670C-0485-D9EF7C52B8BE}"/>
              </a:ext>
            </a:extLst>
          </p:cNvPr>
          <p:cNvPicPr>
            <a:picLocks noChangeAspect="1"/>
          </p:cNvPicPr>
          <p:nvPr/>
        </p:nvPicPr>
        <p:blipFill>
          <a:blip r:embed="rId4"/>
          <a:stretch>
            <a:fillRect/>
          </a:stretch>
        </p:blipFill>
        <p:spPr>
          <a:xfrm>
            <a:off x="561474" y="1639867"/>
            <a:ext cx="2616869" cy="1131847"/>
          </a:xfrm>
          <a:prstGeom prst="rect">
            <a:avLst/>
          </a:prstGeom>
        </p:spPr>
      </p:pic>
      <p:sp>
        <p:nvSpPr>
          <p:cNvPr id="10" name="TextBox 9">
            <a:extLst>
              <a:ext uri="{FF2B5EF4-FFF2-40B4-BE49-F238E27FC236}">
                <a16:creationId xmlns:a16="http://schemas.microsoft.com/office/drawing/2014/main" id="{7993FBE3-FAD3-AE83-2680-BE3B9534D905}"/>
              </a:ext>
            </a:extLst>
          </p:cNvPr>
          <p:cNvSpPr txBox="1"/>
          <p:nvPr/>
        </p:nvSpPr>
        <p:spPr>
          <a:xfrm>
            <a:off x="6119678" y="1411968"/>
            <a:ext cx="661703" cy="323165"/>
          </a:xfrm>
          <a:prstGeom prst="rect">
            <a:avLst/>
          </a:prstGeom>
          <a:noFill/>
        </p:spPr>
        <p:txBody>
          <a:bodyPr wrap="square" lIns="91440" tIns="45720" rIns="91440" bIns="45720" rtlCol="0" anchor="t">
            <a:spAutoFit/>
          </a:bodyPr>
          <a:lstStyle/>
          <a:p>
            <a:r>
              <a:rPr lang="en-US" sz="1500"/>
              <a:t>8B.</a:t>
            </a:r>
          </a:p>
        </p:txBody>
      </p:sp>
    </p:spTree>
    <p:extLst>
      <p:ext uri="{BB962C8B-B14F-4D97-AF65-F5344CB8AC3E}">
        <p14:creationId xmlns:p14="http://schemas.microsoft.com/office/powerpoint/2010/main" val="286102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3465-616F-1358-1356-FDFCD581BDE0}"/>
              </a:ext>
            </a:extLst>
          </p:cNvPr>
          <p:cNvSpPr>
            <a:spLocks noGrp="1"/>
          </p:cNvSpPr>
          <p:nvPr>
            <p:ph type="title"/>
          </p:nvPr>
        </p:nvSpPr>
        <p:spPr/>
        <p:txBody>
          <a:bodyPr/>
          <a:lstStyle/>
          <a:p>
            <a:r>
              <a:rPr lang="en-US" dirty="0"/>
              <a:t>Option 1</a:t>
            </a:r>
          </a:p>
        </p:txBody>
      </p:sp>
      <p:sp>
        <p:nvSpPr>
          <p:cNvPr id="3" name="Rectangle 3">
            <a:extLst>
              <a:ext uri="{FF2B5EF4-FFF2-40B4-BE49-F238E27FC236}">
                <a16:creationId xmlns:a16="http://schemas.microsoft.com/office/drawing/2014/main" id="{3875F581-9E55-8A41-1A87-80731BBFF22B}"/>
              </a:ext>
            </a:extLst>
          </p:cNvPr>
          <p:cNvSpPr>
            <a:spLocks noChangeArrowheads="1"/>
          </p:cNvSpPr>
          <p:nvPr/>
        </p:nvSpPr>
        <p:spPr bwMode="auto">
          <a:xfrm>
            <a:off x="868470" y="5422081"/>
            <a:ext cx="104926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b="1" dirty="0">
                <a:solidFill>
                  <a:srgbClr val="00000C"/>
                </a:solidFill>
                <a:latin typeface="+mn-lt"/>
                <a:ea typeface="MS PGothic"/>
              </a:rPr>
              <a:t>Inspiration </a:t>
            </a:r>
            <a:r>
              <a:rPr lang="en-US" altLang="en-US" sz="1500" dirty="0">
                <a:solidFill>
                  <a:srgbClr val="00000C"/>
                </a:solidFill>
                <a:latin typeface="+mn-lt"/>
                <a:ea typeface="MS PGothic"/>
              </a:rPr>
              <a:t>|</a:t>
            </a:r>
            <a:r>
              <a:rPr lang="en-US" altLang="en-US" sz="1500" b="1" dirty="0">
                <a:solidFill>
                  <a:srgbClr val="00000C"/>
                </a:solidFill>
                <a:latin typeface="+mn-lt"/>
                <a:ea typeface="MS PGothic"/>
              </a:rPr>
              <a:t> </a:t>
            </a:r>
            <a:r>
              <a:rPr lang="en-US" altLang="en-US" sz="1500" dirty="0">
                <a:solidFill>
                  <a:srgbClr val="00000C"/>
                </a:solidFill>
                <a:latin typeface="+mn-lt"/>
                <a:ea typeface="MS PGothic"/>
              </a:rPr>
              <a:t>The symmetrical intersecting circles in perspective symbolize the power of collaboration and effective communication.</a:t>
            </a:r>
            <a:endParaRPr lang="en-US" altLang="en-US" sz="1500" dirty="0">
              <a:solidFill>
                <a:srgbClr val="00000C"/>
              </a:solidFill>
              <a:latin typeface="+mn-lt"/>
            </a:endParaRPr>
          </a:p>
        </p:txBody>
      </p:sp>
      <p:sp>
        <p:nvSpPr>
          <p:cNvPr id="8" name="TextBox 7">
            <a:extLst>
              <a:ext uri="{FF2B5EF4-FFF2-40B4-BE49-F238E27FC236}">
                <a16:creationId xmlns:a16="http://schemas.microsoft.com/office/drawing/2014/main" id="{B751D42A-9AD9-1EC1-0F5D-2FBBF020A616}"/>
              </a:ext>
            </a:extLst>
          </p:cNvPr>
          <p:cNvSpPr txBox="1"/>
          <p:nvPr/>
        </p:nvSpPr>
        <p:spPr>
          <a:xfrm>
            <a:off x="1649727" y="1721498"/>
            <a:ext cx="357790" cy="323165"/>
          </a:xfrm>
          <a:prstGeom prst="rect">
            <a:avLst/>
          </a:prstGeom>
          <a:noFill/>
        </p:spPr>
        <p:txBody>
          <a:bodyPr wrap="none" lIns="91440" tIns="45720" rIns="91440" bIns="45720" rtlCol="0" anchor="t">
            <a:spAutoFit/>
          </a:bodyPr>
          <a:lstStyle/>
          <a:p>
            <a:r>
              <a:rPr lang="en-US" sz="1500"/>
              <a:t>A.</a:t>
            </a:r>
          </a:p>
        </p:txBody>
      </p:sp>
      <p:sp>
        <p:nvSpPr>
          <p:cNvPr id="9" name="TextBox 8">
            <a:extLst>
              <a:ext uri="{FF2B5EF4-FFF2-40B4-BE49-F238E27FC236}">
                <a16:creationId xmlns:a16="http://schemas.microsoft.com/office/drawing/2014/main" id="{3B707961-C138-D0F2-B99B-3672D12FA487}"/>
              </a:ext>
            </a:extLst>
          </p:cNvPr>
          <p:cNvSpPr txBox="1"/>
          <p:nvPr/>
        </p:nvSpPr>
        <p:spPr>
          <a:xfrm>
            <a:off x="5988163" y="1688953"/>
            <a:ext cx="521243" cy="323165"/>
          </a:xfrm>
          <a:prstGeom prst="rect">
            <a:avLst/>
          </a:prstGeom>
          <a:noFill/>
        </p:spPr>
        <p:txBody>
          <a:bodyPr wrap="square" lIns="91440" tIns="45720" rIns="91440" bIns="45720" rtlCol="0" anchor="t">
            <a:spAutoFit/>
          </a:bodyPr>
          <a:lstStyle/>
          <a:p>
            <a:r>
              <a:rPr lang="en-US" sz="1500"/>
              <a:t>B.</a:t>
            </a:r>
          </a:p>
        </p:txBody>
      </p:sp>
      <p:pic>
        <p:nvPicPr>
          <p:cNvPr id="13" name="Picture 12" descr="A purple and pink text on a black background&#10;&#10;Description automatically generated">
            <a:extLst>
              <a:ext uri="{FF2B5EF4-FFF2-40B4-BE49-F238E27FC236}">
                <a16:creationId xmlns:a16="http://schemas.microsoft.com/office/drawing/2014/main" id="{D6F235B5-E166-8FF0-6957-A9ADDAD8D4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9381" y="357993"/>
            <a:ext cx="1131296" cy="523928"/>
          </a:xfrm>
          <a:prstGeom prst="rect">
            <a:avLst/>
          </a:prstGeom>
        </p:spPr>
      </p:pic>
      <p:pic>
        <p:nvPicPr>
          <p:cNvPr id="15" name="Picture 14" descr="A purple and black text&#10;&#10;Description automatically generated">
            <a:extLst>
              <a:ext uri="{FF2B5EF4-FFF2-40B4-BE49-F238E27FC236}">
                <a16:creationId xmlns:a16="http://schemas.microsoft.com/office/drawing/2014/main" id="{E34623CA-D65F-141F-A40E-C71675C1F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2347" y="357993"/>
            <a:ext cx="1131296" cy="523928"/>
          </a:xfrm>
          <a:prstGeom prst="rect">
            <a:avLst/>
          </a:prstGeom>
        </p:spPr>
      </p:pic>
      <p:pic>
        <p:nvPicPr>
          <p:cNvPr id="11" name="Picture 10" descr="A purple text on a black background&#10;&#10;Description automatically generated">
            <a:extLst>
              <a:ext uri="{FF2B5EF4-FFF2-40B4-BE49-F238E27FC236}">
                <a16:creationId xmlns:a16="http://schemas.microsoft.com/office/drawing/2014/main" id="{3C2F5C50-4A3A-77B1-E23D-AA13DC25CA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7952" y="3429000"/>
            <a:ext cx="2975691" cy="1378107"/>
          </a:xfrm>
          <a:prstGeom prst="rect">
            <a:avLst/>
          </a:prstGeom>
        </p:spPr>
      </p:pic>
      <p:pic>
        <p:nvPicPr>
          <p:cNvPr id="14" name="Picture 13" descr="A purple and black text&#10;&#10;Description automatically generated">
            <a:extLst>
              <a:ext uri="{FF2B5EF4-FFF2-40B4-BE49-F238E27FC236}">
                <a16:creationId xmlns:a16="http://schemas.microsoft.com/office/drawing/2014/main" id="{80B14BD5-5396-4BA0-26FA-171929E307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8980" y="3429000"/>
            <a:ext cx="2975691" cy="1378107"/>
          </a:xfrm>
          <a:prstGeom prst="rect">
            <a:avLst/>
          </a:prstGeom>
        </p:spPr>
      </p:pic>
      <p:sp>
        <p:nvSpPr>
          <p:cNvPr id="16" name="TextBox 15">
            <a:extLst>
              <a:ext uri="{FF2B5EF4-FFF2-40B4-BE49-F238E27FC236}">
                <a16:creationId xmlns:a16="http://schemas.microsoft.com/office/drawing/2014/main" id="{2F57FF24-B48B-50E5-D9BD-F6792CF813BC}"/>
              </a:ext>
            </a:extLst>
          </p:cNvPr>
          <p:cNvSpPr txBox="1"/>
          <p:nvPr/>
        </p:nvSpPr>
        <p:spPr>
          <a:xfrm>
            <a:off x="1642719" y="3264897"/>
            <a:ext cx="357790" cy="323165"/>
          </a:xfrm>
          <a:prstGeom prst="rect">
            <a:avLst/>
          </a:prstGeom>
          <a:noFill/>
        </p:spPr>
        <p:txBody>
          <a:bodyPr wrap="none" lIns="91440" tIns="45720" rIns="91440" bIns="45720" rtlCol="0" anchor="t">
            <a:spAutoFit/>
          </a:bodyPr>
          <a:lstStyle/>
          <a:p>
            <a:r>
              <a:rPr lang="en-US" sz="1500"/>
              <a:t>C.</a:t>
            </a:r>
          </a:p>
        </p:txBody>
      </p:sp>
      <p:sp>
        <p:nvSpPr>
          <p:cNvPr id="17" name="TextBox 16">
            <a:extLst>
              <a:ext uri="{FF2B5EF4-FFF2-40B4-BE49-F238E27FC236}">
                <a16:creationId xmlns:a16="http://schemas.microsoft.com/office/drawing/2014/main" id="{6CF3A8FC-DF26-A26C-50C7-6A9005DC38CB}"/>
              </a:ext>
            </a:extLst>
          </p:cNvPr>
          <p:cNvSpPr txBox="1"/>
          <p:nvPr/>
        </p:nvSpPr>
        <p:spPr>
          <a:xfrm>
            <a:off x="5981155" y="3232352"/>
            <a:ext cx="521243" cy="323165"/>
          </a:xfrm>
          <a:prstGeom prst="rect">
            <a:avLst/>
          </a:prstGeom>
          <a:noFill/>
        </p:spPr>
        <p:txBody>
          <a:bodyPr wrap="square" lIns="91440" tIns="45720" rIns="91440" bIns="45720" rtlCol="0" anchor="t">
            <a:spAutoFit/>
          </a:bodyPr>
          <a:lstStyle/>
          <a:p>
            <a:r>
              <a:rPr lang="en-US" sz="1500"/>
              <a:t>D.</a:t>
            </a:r>
          </a:p>
        </p:txBody>
      </p:sp>
      <p:pic>
        <p:nvPicPr>
          <p:cNvPr id="6" name="Picture 5">
            <a:extLst>
              <a:ext uri="{FF2B5EF4-FFF2-40B4-BE49-F238E27FC236}">
                <a16:creationId xmlns:a16="http://schemas.microsoft.com/office/drawing/2014/main" id="{68AA71BA-C98B-9437-8C3C-4CF0A89613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85804" y="1477889"/>
            <a:ext cx="3428867" cy="1587983"/>
          </a:xfrm>
          <a:prstGeom prst="rect">
            <a:avLst/>
          </a:prstGeom>
        </p:spPr>
      </p:pic>
      <p:pic>
        <p:nvPicPr>
          <p:cNvPr id="12" name="Picture 11">
            <a:extLst>
              <a:ext uri="{FF2B5EF4-FFF2-40B4-BE49-F238E27FC236}">
                <a16:creationId xmlns:a16="http://schemas.microsoft.com/office/drawing/2014/main" id="{E8EE2050-0018-F2C2-AD81-61AD48122B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76243" y="1490644"/>
            <a:ext cx="3428867" cy="1587983"/>
          </a:xfrm>
          <a:prstGeom prst="rect">
            <a:avLst/>
          </a:prstGeom>
        </p:spPr>
      </p:pic>
    </p:spTree>
    <p:extLst>
      <p:ext uri="{BB962C8B-B14F-4D97-AF65-F5344CB8AC3E}">
        <p14:creationId xmlns:p14="http://schemas.microsoft.com/office/powerpoint/2010/main" val="2336888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3465-616F-1358-1356-FDFCD581BDE0}"/>
              </a:ext>
            </a:extLst>
          </p:cNvPr>
          <p:cNvSpPr>
            <a:spLocks noGrp="1"/>
          </p:cNvSpPr>
          <p:nvPr>
            <p:ph type="title"/>
          </p:nvPr>
        </p:nvSpPr>
        <p:spPr/>
        <p:txBody>
          <a:bodyPr/>
          <a:lstStyle/>
          <a:p>
            <a:r>
              <a:rPr lang="en-US"/>
              <a:t>Option 2</a:t>
            </a:r>
          </a:p>
        </p:txBody>
      </p:sp>
      <p:sp>
        <p:nvSpPr>
          <p:cNvPr id="3" name="Rectangle 3">
            <a:extLst>
              <a:ext uri="{FF2B5EF4-FFF2-40B4-BE49-F238E27FC236}">
                <a16:creationId xmlns:a16="http://schemas.microsoft.com/office/drawing/2014/main" id="{3875F581-9E55-8A41-1A87-80731BBFF22B}"/>
              </a:ext>
            </a:extLst>
          </p:cNvPr>
          <p:cNvSpPr>
            <a:spLocks noChangeArrowheads="1"/>
          </p:cNvSpPr>
          <p:nvPr/>
        </p:nvSpPr>
        <p:spPr bwMode="auto">
          <a:xfrm>
            <a:off x="868470" y="5422081"/>
            <a:ext cx="104926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b="1" dirty="0">
                <a:solidFill>
                  <a:srgbClr val="00000C"/>
                </a:solidFill>
                <a:latin typeface="+mn-lt"/>
                <a:ea typeface="MS PGothic"/>
              </a:rPr>
              <a:t>Inspiration </a:t>
            </a:r>
            <a:r>
              <a:rPr lang="en-US" altLang="en-US" sz="1500" dirty="0">
                <a:solidFill>
                  <a:srgbClr val="00000C"/>
                </a:solidFill>
                <a:latin typeface="+mn-lt"/>
                <a:ea typeface="MS PGothic"/>
              </a:rPr>
              <a:t>|</a:t>
            </a:r>
            <a:r>
              <a:rPr lang="en-US" altLang="en-US" sz="1500" b="1" dirty="0">
                <a:solidFill>
                  <a:srgbClr val="00000C"/>
                </a:solidFill>
                <a:latin typeface="+mn-lt"/>
                <a:ea typeface="MS PGothic"/>
              </a:rPr>
              <a:t> </a:t>
            </a:r>
            <a:r>
              <a:rPr lang="en-US" altLang="en-US" sz="1500" dirty="0">
                <a:solidFill>
                  <a:srgbClr val="00000C"/>
                </a:solidFill>
                <a:latin typeface="+mn-lt"/>
                <a:ea typeface="MS PGothic"/>
              </a:rPr>
              <a:t>The design concept of depth gradient in perspective symbolizes penetrating insight and clarity</a:t>
            </a:r>
            <a:endParaRPr lang="en-US" altLang="en-US" sz="1500" dirty="0">
              <a:solidFill>
                <a:srgbClr val="00000C"/>
              </a:solidFill>
              <a:latin typeface="+mn-lt"/>
            </a:endParaRPr>
          </a:p>
        </p:txBody>
      </p:sp>
      <p:pic>
        <p:nvPicPr>
          <p:cNvPr id="5" name="Picture 4" descr="A blue and purple text on a black background&#10;&#10;Description automatically generated">
            <a:extLst>
              <a:ext uri="{FF2B5EF4-FFF2-40B4-BE49-F238E27FC236}">
                <a16:creationId xmlns:a16="http://schemas.microsoft.com/office/drawing/2014/main" id="{BE277D30-4C98-B21A-F2E7-5A043752C1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1901" y="304306"/>
            <a:ext cx="1529175" cy="742293"/>
          </a:xfrm>
          <a:prstGeom prst="rect">
            <a:avLst/>
          </a:prstGeom>
        </p:spPr>
      </p:pic>
      <p:sp>
        <p:nvSpPr>
          <p:cNvPr id="7" name="Rectangle 3">
            <a:extLst>
              <a:ext uri="{FF2B5EF4-FFF2-40B4-BE49-F238E27FC236}">
                <a16:creationId xmlns:a16="http://schemas.microsoft.com/office/drawing/2014/main" id="{07177EF2-E63C-AB9D-9F0D-A8D7B62AADCE}"/>
              </a:ext>
            </a:extLst>
          </p:cNvPr>
          <p:cNvSpPr>
            <a:spLocks noChangeArrowheads="1"/>
          </p:cNvSpPr>
          <p:nvPr/>
        </p:nvSpPr>
        <p:spPr bwMode="auto">
          <a:xfrm>
            <a:off x="2392471" y="2197517"/>
            <a:ext cx="17477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a:solidFill>
                  <a:srgbClr val="00000C"/>
                </a:solidFill>
                <a:latin typeface="+mn-lt"/>
                <a:ea typeface="MS PGothic"/>
              </a:rPr>
              <a:t>Marketing Logo</a:t>
            </a:r>
            <a:endParaRPr lang="en-US" altLang="en-US" sz="1500">
              <a:solidFill>
                <a:srgbClr val="00000C"/>
              </a:solidFill>
              <a:latin typeface="+mn-lt"/>
            </a:endParaRPr>
          </a:p>
        </p:txBody>
      </p:sp>
      <p:sp>
        <p:nvSpPr>
          <p:cNvPr id="8" name="Rectangle 3">
            <a:extLst>
              <a:ext uri="{FF2B5EF4-FFF2-40B4-BE49-F238E27FC236}">
                <a16:creationId xmlns:a16="http://schemas.microsoft.com/office/drawing/2014/main" id="{A8612809-B7AE-9654-2867-EBE98C4F80FB}"/>
              </a:ext>
            </a:extLst>
          </p:cNvPr>
          <p:cNvSpPr>
            <a:spLocks noChangeArrowheads="1"/>
          </p:cNvSpPr>
          <p:nvPr/>
        </p:nvSpPr>
        <p:spPr bwMode="auto">
          <a:xfrm>
            <a:off x="7966942" y="2197517"/>
            <a:ext cx="17477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a:solidFill>
                  <a:srgbClr val="00000C"/>
                </a:solidFill>
                <a:latin typeface="+mn-lt"/>
                <a:ea typeface="MS PGothic"/>
              </a:rPr>
              <a:t>Packaging Logo</a:t>
            </a:r>
            <a:endParaRPr lang="en-US" altLang="en-US" sz="1500">
              <a:solidFill>
                <a:srgbClr val="00000C"/>
              </a:solidFill>
              <a:latin typeface="+mn-lt"/>
            </a:endParaRPr>
          </a:p>
        </p:txBody>
      </p:sp>
      <p:pic>
        <p:nvPicPr>
          <p:cNvPr id="6" name="Picture 5" descr="A purple and black logo&#10;&#10;Description automatically generated">
            <a:extLst>
              <a:ext uri="{FF2B5EF4-FFF2-40B4-BE49-F238E27FC236}">
                <a16:creationId xmlns:a16="http://schemas.microsoft.com/office/drawing/2014/main" id="{A1A0082C-2AB0-A560-A68A-FF0D3A0A71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724" y="2996634"/>
            <a:ext cx="3456102" cy="1677662"/>
          </a:xfrm>
          <a:prstGeom prst="rect">
            <a:avLst/>
          </a:prstGeom>
        </p:spPr>
      </p:pic>
      <p:pic>
        <p:nvPicPr>
          <p:cNvPr id="11" name="Picture 10" descr="A purple text on a black background&#10;&#10;Description automatically generated">
            <a:extLst>
              <a:ext uri="{FF2B5EF4-FFF2-40B4-BE49-F238E27FC236}">
                <a16:creationId xmlns:a16="http://schemas.microsoft.com/office/drawing/2014/main" id="{9801B6B9-792E-DA2D-C6A4-172CB0CA1D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5442" y="2659657"/>
            <a:ext cx="3456102" cy="1677662"/>
          </a:xfrm>
          <a:prstGeom prst="rect">
            <a:avLst/>
          </a:prstGeom>
        </p:spPr>
      </p:pic>
    </p:spTree>
    <p:extLst>
      <p:ext uri="{BB962C8B-B14F-4D97-AF65-F5344CB8AC3E}">
        <p14:creationId xmlns:p14="http://schemas.microsoft.com/office/powerpoint/2010/main" val="4003022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3465-616F-1358-1356-FDFCD581BDE0}"/>
              </a:ext>
            </a:extLst>
          </p:cNvPr>
          <p:cNvSpPr>
            <a:spLocks noGrp="1"/>
          </p:cNvSpPr>
          <p:nvPr>
            <p:ph type="title"/>
          </p:nvPr>
        </p:nvSpPr>
        <p:spPr/>
        <p:txBody>
          <a:bodyPr/>
          <a:lstStyle/>
          <a:p>
            <a:r>
              <a:rPr lang="en-US"/>
              <a:t>Option 3</a:t>
            </a:r>
          </a:p>
        </p:txBody>
      </p:sp>
      <p:sp>
        <p:nvSpPr>
          <p:cNvPr id="3" name="Rectangle 3">
            <a:extLst>
              <a:ext uri="{FF2B5EF4-FFF2-40B4-BE49-F238E27FC236}">
                <a16:creationId xmlns:a16="http://schemas.microsoft.com/office/drawing/2014/main" id="{3875F581-9E55-8A41-1A87-80731BBFF22B}"/>
              </a:ext>
            </a:extLst>
          </p:cNvPr>
          <p:cNvSpPr>
            <a:spLocks noChangeArrowheads="1"/>
          </p:cNvSpPr>
          <p:nvPr/>
        </p:nvSpPr>
        <p:spPr bwMode="auto">
          <a:xfrm>
            <a:off x="868470" y="5422081"/>
            <a:ext cx="104926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b="1" dirty="0">
                <a:solidFill>
                  <a:srgbClr val="00000C"/>
                </a:solidFill>
                <a:latin typeface="+mn-lt"/>
                <a:ea typeface="MS PGothic"/>
              </a:rPr>
              <a:t>Inspiration </a:t>
            </a:r>
            <a:r>
              <a:rPr lang="en-US" altLang="en-US" sz="1500" dirty="0">
                <a:solidFill>
                  <a:srgbClr val="00000C"/>
                </a:solidFill>
                <a:latin typeface="+mn-lt"/>
                <a:ea typeface="MS PGothic"/>
              </a:rPr>
              <a:t>|</a:t>
            </a:r>
            <a:r>
              <a:rPr lang="en-US" altLang="en-US" sz="1500" b="1" dirty="0">
                <a:solidFill>
                  <a:srgbClr val="00000C"/>
                </a:solidFill>
                <a:latin typeface="+mn-lt"/>
                <a:ea typeface="MS PGothic"/>
              </a:rPr>
              <a:t> </a:t>
            </a:r>
            <a:r>
              <a:rPr lang="en-US" altLang="en-US" sz="1500" dirty="0">
                <a:solidFill>
                  <a:srgbClr val="00000C"/>
                </a:solidFill>
                <a:latin typeface="+mn-lt"/>
                <a:ea typeface="MS PGothic"/>
              </a:rPr>
              <a:t>The design concept of rotating arrows symbolizes penetrating force and effectiveness.</a:t>
            </a:r>
            <a:endParaRPr lang="en-US" altLang="en-US" sz="1500" dirty="0">
              <a:solidFill>
                <a:srgbClr val="00000C"/>
              </a:solidFill>
              <a:latin typeface="+mn-lt"/>
            </a:endParaRPr>
          </a:p>
        </p:txBody>
      </p:sp>
      <p:pic>
        <p:nvPicPr>
          <p:cNvPr id="6" name="Picture 5" descr="A logo with purple text&#10;&#10;Description automatically generated">
            <a:extLst>
              <a:ext uri="{FF2B5EF4-FFF2-40B4-BE49-F238E27FC236}">
                <a16:creationId xmlns:a16="http://schemas.microsoft.com/office/drawing/2014/main" id="{DE2A7F46-BC90-C5C7-5F53-3D72F1482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4474" y="239233"/>
            <a:ext cx="1485072" cy="720884"/>
          </a:xfrm>
          <a:prstGeom prst="rect">
            <a:avLst/>
          </a:prstGeom>
        </p:spPr>
      </p:pic>
      <p:pic>
        <p:nvPicPr>
          <p:cNvPr id="5" name="Picture 4" descr="A logo with purple text&#10;&#10;Description automatically generated">
            <a:extLst>
              <a:ext uri="{FF2B5EF4-FFF2-40B4-BE49-F238E27FC236}">
                <a16:creationId xmlns:a16="http://schemas.microsoft.com/office/drawing/2014/main" id="{1497B6E2-69B2-A57C-E7CB-49D21778B4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6962" y="2273107"/>
            <a:ext cx="3916308" cy="1901055"/>
          </a:xfrm>
          <a:prstGeom prst="rect">
            <a:avLst/>
          </a:prstGeom>
        </p:spPr>
      </p:pic>
    </p:spTree>
    <p:extLst>
      <p:ext uri="{BB962C8B-B14F-4D97-AF65-F5344CB8AC3E}">
        <p14:creationId xmlns:p14="http://schemas.microsoft.com/office/powerpoint/2010/main" val="2488088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urple and grey text on a black background&#10;&#10;Description automatically generated">
            <a:extLst>
              <a:ext uri="{FF2B5EF4-FFF2-40B4-BE49-F238E27FC236}">
                <a16:creationId xmlns:a16="http://schemas.microsoft.com/office/drawing/2014/main" id="{6DB8C98F-D7E3-F04E-4A7A-EBD2B190093C}"/>
              </a:ext>
            </a:extLst>
          </p:cNvPr>
          <p:cNvPicPr>
            <a:picLocks noChangeAspect="1"/>
          </p:cNvPicPr>
          <p:nvPr/>
        </p:nvPicPr>
        <p:blipFill>
          <a:blip r:embed="rId2"/>
          <a:stretch>
            <a:fillRect/>
          </a:stretch>
        </p:blipFill>
        <p:spPr>
          <a:xfrm>
            <a:off x="2130135" y="1682812"/>
            <a:ext cx="3088409" cy="1746188"/>
          </a:xfrm>
          <a:prstGeom prst="rect">
            <a:avLst/>
          </a:prstGeom>
        </p:spPr>
      </p:pic>
      <p:sp>
        <p:nvSpPr>
          <p:cNvPr id="2" name="Title 1">
            <a:extLst>
              <a:ext uri="{FF2B5EF4-FFF2-40B4-BE49-F238E27FC236}">
                <a16:creationId xmlns:a16="http://schemas.microsoft.com/office/drawing/2014/main" id="{244C3465-616F-1358-1356-FDFCD581BDE0}"/>
              </a:ext>
            </a:extLst>
          </p:cNvPr>
          <p:cNvSpPr>
            <a:spLocks noGrp="1"/>
          </p:cNvSpPr>
          <p:nvPr>
            <p:ph type="title"/>
          </p:nvPr>
        </p:nvSpPr>
        <p:spPr/>
        <p:txBody>
          <a:bodyPr/>
          <a:lstStyle/>
          <a:p>
            <a:r>
              <a:rPr lang="en-US">
                <a:latin typeface="Montserrat"/>
              </a:rPr>
              <a:t>Option 4</a:t>
            </a:r>
            <a:endParaRPr lang="en-US"/>
          </a:p>
        </p:txBody>
      </p:sp>
      <p:sp>
        <p:nvSpPr>
          <p:cNvPr id="3" name="Rectangle 3">
            <a:extLst>
              <a:ext uri="{FF2B5EF4-FFF2-40B4-BE49-F238E27FC236}">
                <a16:creationId xmlns:a16="http://schemas.microsoft.com/office/drawing/2014/main" id="{3875F581-9E55-8A41-1A87-80731BBFF22B}"/>
              </a:ext>
            </a:extLst>
          </p:cNvPr>
          <p:cNvSpPr>
            <a:spLocks noChangeArrowheads="1"/>
          </p:cNvSpPr>
          <p:nvPr/>
        </p:nvSpPr>
        <p:spPr bwMode="auto">
          <a:xfrm>
            <a:off x="868470" y="5422081"/>
            <a:ext cx="104926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b="1" dirty="0">
                <a:solidFill>
                  <a:srgbClr val="00000C"/>
                </a:solidFill>
                <a:latin typeface="+mn-lt"/>
                <a:ea typeface="MS PGothic"/>
              </a:rPr>
              <a:t>Inspiration </a:t>
            </a:r>
            <a:r>
              <a:rPr lang="en-US" altLang="en-US" sz="1500" dirty="0">
                <a:solidFill>
                  <a:srgbClr val="00000C"/>
                </a:solidFill>
                <a:latin typeface="+mn-lt"/>
                <a:ea typeface="MS PGothic"/>
              </a:rPr>
              <a:t>|A simple word mark with a water drop on the letter "A" </a:t>
            </a:r>
            <a:endParaRPr lang="en-US" altLang="en-US" sz="1500" dirty="0">
              <a:solidFill>
                <a:srgbClr val="00000C"/>
              </a:solidFill>
              <a:latin typeface="+mn-lt"/>
            </a:endParaRPr>
          </a:p>
        </p:txBody>
      </p:sp>
      <p:pic>
        <p:nvPicPr>
          <p:cNvPr id="7" name="Graphic 6">
            <a:extLst>
              <a:ext uri="{FF2B5EF4-FFF2-40B4-BE49-F238E27FC236}">
                <a16:creationId xmlns:a16="http://schemas.microsoft.com/office/drawing/2014/main" id="{ECADA911-D247-515C-446E-0E5773AF54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25063" y="301882"/>
            <a:ext cx="1237911" cy="587317"/>
          </a:xfrm>
          <a:prstGeom prst="rect">
            <a:avLst/>
          </a:prstGeom>
        </p:spPr>
      </p:pic>
      <p:sp>
        <p:nvSpPr>
          <p:cNvPr id="9" name="TextBox 8">
            <a:extLst>
              <a:ext uri="{FF2B5EF4-FFF2-40B4-BE49-F238E27FC236}">
                <a16:creationId xmlns:a16="http://schemas.microsoft.com/office/drawing/2014/main" id="{1AF7D6D0-8A9B-A951-ED68-EAFB2C07D5C1}"/>
              </a:ext>
            </a:extLst>
          </p:cNvPr>
          <p:cNvSpPr txBox="1"/>
          <p:nvPr/>
        </p:nvSpPr>
        <p:spPr>
          <a:xfrm>
            <a:off x="2070035" y="1808921"/>
            <a:ext cx="357790" cy="323165"/>
          </a:xfrm>
          <a:prstGeom prst="rect">
            <a:avLst/>
          </a:prstGeom>
          <a:noFill/>
        </p:spPr>
        <p:txBody>
          <a:bodyPr wrap="none" lIns="91440" tIns="45720" rIns="91440" bIns="45720" rtlCol="0" anchor="t">
            <a:spAutoFit/>
          </a:bodyPr>
          <a:lstStyle/>
          <a:p>
            <a:r>
              <a:rPr lang="en-US" sz="1500"/>
              <a:t>A.</a:t>
            </a:r>
          </a:p>
        </p:txBody>
      </p:sp>
      <p:sp>
        <p:nvSpPr>
          <p:cNvPr id="11" name="TextBox 10">
            <a:extLst>
              <a:ext uri="{FF2B5EF4-FFF2-40B4-BE49-F238E27FC236}">
                <a16:creationId xmlns:a16="http://schemas.microsoft.com/office/drawing/2014/main" id="{F30B29B8-33ED-2ECD-5188-0BD47F9ED93B}"/>
              </a:ext>
            </a:extLst>
          </p:cNvPr>
          <p:cNvSpPr txBox="1"/>
          <p:nvPr/>
        </p:nvSpPr>
        <p:spPr>
          <a:xfrm>
            <a:off x="6378234" y="1808921"/>
            <a:ext cx="521243" cy="323165"/>
          </a:xfrm>
          <a:prstGeom prst="rect">
            <a:avLst/>
          </a:prstGeom>
          <a:noFill/>
        </p:spPr>
        <p:txBody>
          <a:bodyPr wrap="square" lIns="91440" tIns="45720" rIns="91440" bIns="45720" rtlCol="0" anchor="t">
            <a:spAutoFit/>
          </a:bodyPr>
          <a:lstStyle/>
          <a:p>
            <a:r>
              <a:rPr lang="en-US" sz="1500"/>
              <a:t>B.</a:t>
            </a:r>
          </a:p>
        </p:txBody>
      </p:sp>
      <p:pic>
        <p:nvPicPr>
          <p:cNvPr id="8" name="Picture 7" descr="A pink and grey text on a black background&#10;&#10;Description automatically generated">
            <a:extLst>
              <a:ext uri="{FF2B5EF4-FFF2-40B4-BE49-F238E27FC236}">
                <a16:creationId xmlns:a16="http://schemas.microsoft.com/office/drawing/2014/main" id="{C9FC672B-D94C-3A04-2FEF-E2774AE60AF8}"/>
              </a:ext>
            </a:extLst>
          </p:cNvPr>
          <p:cNvPicPr>
            <a:picLocks noChangeAspect="1"/>
          </p:cNvPicPr>
          <p:nvPr/>
        </p:nvPicPr>
        <p:blipFill>
          <a:blip r:embed="rId5"/>
          <a:stretch>
            <a:fillRect/>
          </a:stretch>
        </p:blipFill>
        <p:spPr>
          <a:xfrm>
            <a:off x="6638636" y="1679632"/>
            <a:ext cx="3504046" cy="1749600"/>
          </a:xfrm>
          <a:prstGeom prst="rect">
            <a:avLst/>
          </a:prstGeom>
        </p:spPr>
      </p:pic>
      <p:sp>
        <p:nvSpPr>
          <p:cNvPr id="5" name="TextBox 4">
            <a:extLst>
              <a:ext uri="{FF2B5EF4-FFF2-40B4-BE49-F238E27FC236}">
                <a16:creationId xmlns:a16="http://schemas.microsoft.com/office/drawing/2014/main" id="{2A16FE61-0BD3-AD18-A91C-A508B7026E01}"/>
              </a:ext>
            </a:extLst>
          </p:cNvPr>
          <p:cNvSpPr txBox="1"/>
          <p:nvPr/>
        </p:nvSpPr>
        <p:spPr>
          <a:xfrm>
            <a:off x="2070035" y="3939058"/>
            <a:ext cx="357790" cy="323165"/>
          </a:xfrm>
          <a:prstGeom prst="rect">
            <a:avLst/>
          </a:prstGeom>
          <a:noFill/>
        </p:spPr>
        <p:txBody>
          <a:bodyPr wrap="none" lIns="91440" tIns="45720" rIns="91440" bIns="45720" rtlCol="0" anchor="t">
            <a:spAutoFit/>
          </a:bodyPr>
          <a:lstStyle/>
          <a:p>
            <a:r>
              <a:rPr lang="en-US" sz="1500"/>
              <a:t>C.</a:t>
            </a:r>
          </a:p>
        </p:txBody>
      </p:sp>
      <p:sp>
        <p:nvSpPr>
          <p:cNvPr id="6" name="TextBox 5">
            <a:extLst>
              <a:ext uri="{FF2B5EF4-FFF2-40B4-BE49-F238E27FC236}">
                <a16:creationId xmlns:a16="http://schemas.microsoft.com/office/drawing/2014/main" id="{ED2CAC04-7CD0-43CC-BEA3-BB2D298E434C}"/>
              </a:ext>
            </a:extLst>
          </p:cNvPr>
          <p:cNvSpPr txBox="1"/>
          <p:nvPr/>
        </p:nvSpPr>
        <p:spPr>
          <a:xfrm>
            <a:off x="6378234" y="3939058"/>
            <a:ext cx="521243" cy="323165"/>
          </a:xfrm>
          <a:prstGeom prst="rect">
            <a:avLst/>
          </a:prstGeom>
          <a:noFill/>
        </p:spPr>
        <p:txBody>
          <a:bodyPr wrap="square" lIns="91440" tIns="45720" rIns="91440" bIns="45720" rtlCol="0" anchor="t">
            <a:spAutoFit/>
          </a:bodyPr>
          <a:lstStyle/>
          <a:p>
            <a:r>
              <a:rPr lang="en-US" sz="1500"/>
              <a:t>D.</a:t>
            </a:r>
          </a:p>
        </p:txBody>
      </p:sp>
      <p:pic>
        <p:nvPicPr>
          <p:cNvPr id="10" name="Picture 9" descr="A purple and grey text on a black background&#10;&#10;Description automatically generated">
            <a:extLst>
              <a:ext uri="{FF2B5EF4-FFF2-40B4-BE49-F238E27FC236}">
                <a16:creationId xmlns:a16="http://schemas.microsoft.com/office/drawing/2014/main" id="{4532AE1C-1E7E-2E54-4797-891B95683ACD}"/>
              </a:ext>
            </a:extLst>
          </p:cNvPr>
          <p:cNvPicPr>
            <a:picLocks noChangeAspect="1"/>
          </p:cNvPicPr>
          <p:nvPr/>
        </p:nvPicPr>
        <p:blipFill>
          <a:blip r:embed="rId6"/>
          <a:stretch>
            <a:fillRect/>
          </a:stretch>
        </p:blipFill>
        <p:spPr>
          <a:xfrm>
            <a:off x="2130135" y="3554586"/>
            <a:ext cx="3071093" cy="1723099"/>
          </a:xfrm>
          <a:prstGeom prst="rect">
            <a:avLst/>
          </a:prstGeom>
        </p:spPr>
      </p:pic>
      <p:pic>
        <p:nvPicPr>
          <p:cNvPr id="12" name="Picture 11" descr="A pink and grey text on a black background&#10;&#10;Description automatically generated">
            <a:extLst>
              <a:ext uri="{FF2B5EF4-FFF2-40B4-BE49-F238E27FC236}">
                <a16:creationId xmlns:a16="http://schemas.microsoft.com/office/drawing/2014/main" id="{D2560183-2785-298A-5631-0FF8140750C7}"/>
              </a:ext>
            </a:extLst>
          </p:cNvPr>
          <p:cNvPicPr>
            <a:picLocks noChangeAspect="1"/>
          </p:cNvPicPr>
          <p:nvPr/>
        </p:nvPicPr>
        <p:blipFill>
          <a:blip r:embed="rId7"/>
          <a:stretch>
            <a:fillRect/>
          </a:stretch>
        </p:blipFill>
        <p:spPr>
          <a:xfrm>
            <a:off x="6782955" y="3659678"/>
            <a:ext cx="3215409" cy="1616826"/>
          </a:xfrm>
          <a:prstGeom prst="rect">
            <a:avLst/>
          </a:prstGeom>
        </p:spPr>
      </p:pic>
    </p:spTree>
    <p:extLst>
      <p:ext uri="{BB962C8B-B14F-4D97-AF65-F5344CB8AC3E}">
        <p14:creationId xmlns:p14="http://schemas.microsoft.com/office/powerpoint/2010/main" val="2521931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3465-616F-1358-1356-FDFCD581BDE0}"/>
              </a:ext>
            </a:extLst>
          </p:cNvPr>
          <p:cNvSpPr>
            <a:spLocks noGrp="1"/>
          </p:cNvSpPr>
          <p:nvPr>
            <p:ph type="title"/>
          </p:nvPr>
        </p:nvSpPr>
        <p:spPr/>
        <p:txBody>
          <a:bodyPr/>
          <a:lstStyle/>
          <a:p>
            <a:r>
              <a:rPr lang="en-US">
                <a:latin typeface="Montserrat"/>
              </a:rPr>
              <a:t>Option 5</a:t>
            </a:r>
            <a:endParaRPr lang="en-US"/>
          </a:p>
        </p:txBody>
      </p:sp>
      <p:sp>
        <p:nvSpPr>
          <p:cNvPr id="3" name="Rectangle 3">
            <a:extLst>
              <a:ext uri="{FF2B5EF4-FFF2-40B4-BE49-F238E27FC236}">
                <a16:creationId xmlns:a16="http://schemas.microsoft.com/office/drawing/2014/main" id="{3875F581-9E55-8A41-1A87-80731BBFF22B}"/>
              </a:ext>
            </a:extLst>
          </p:cNvPr>
          <p:cNvSpPr>
            <a:spLocks noChangeArrowheads="1"/>
          </p:cNvSpPr>
          <p:nvPr/>
        </p:nvSpPr>
        <p:spPr bwMode="auto">
          <a:xfrm>
            <a:off x="868470" y="5422081"/>
            <a:ext cx="104926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b="1" dirty="0">
                <a:solidFill>
                  <a:srgbClr val="00000C"/>
                </a:solidFill>
                <a:latin typeface="+mn-lt"/>
                <a:ea typeface="MS PGothic"/>
              </a:rPr>
              <a:t>Inspiration </a:t>
            </a:r>
            <a:r>
              <a:rPr lang="en-US" altLang="en-US" sz="1500" dirty="0">
                <a:solidFill>
                  <a:srgbClr val="00000C"/>
                </a:solidFill>
                <a:latin typeface="+mn-lt"/>
                <a:ea typeface="MS PGothic"/>
              </a:rPr>
              <a:t>|</a:t>
            </a:r>
            <a:r>
              <a:rPr lang="en-US" altLang="en-US" sz="1500" b="1" dirty="0">
                <a:solidFill>
                  <a:srgbClr val="00000C"/>
                </a:solidFill>
                <a:latin typeface="+mn-lt"/>
                <a:ea typeface="MS PGothic"/>
              </a:rPr>
              <a:t> </a:t>
            </a:r>
            <a:r>
              <a:rPr lang="en-US" altLang="en-US" sz="1500" dirty="0">
                <a:solidFill>
                  <a:srgbClr val="00000C"/>
                </a:solidFill>
                <a:latin typeface="+mn-lt"/>
                <a:ea typeface="MS PGothic"/>
              </a:rPr>
              <a:t>An abstract shape to show the different layers of the cornea.</a:t>
            </a:r>
            <a:endParaRPr lang="en-US" altLang="en-US" sz="1500" dirty="0">
              <a:solidFill>
                <a:srgbClr val="00000C"/>
              </a:solidFill>
              <a:latin typeface="+mn-lt"/>
            </a:endParaRPr>
          </a:p>
        </p:txBody>
      </p:sp>
      <p:pic>
        <p:nvPicPr>
          <p:cNvPr id="4" name="Picture 3" descr="A green and grey logo&#10;&#10;Description automatically generated">
            <a:extLst>
              <a:ext uri="{FF2B5EF4-FFF2-40B4-BE49-F238E27FC236}">
                <a16:creationId xmlns:a16="http://schemas.microsoft.com/office/drawing/2014/main" id="{2D4AF691-F4D4-AE8E-C0C2-E1FFDE9AFB58}"/>
              </a:ext>
            </a:extLst>
          </p:cNvPr>
          <p:cNvPicPr>
            <a:picLocks noChangeAspect="1"/>
          </p:cNvPicPr>
          <p:nvPr/>
        </p:nvPicPr>
        <p:blipFill>
          <a:blip r:embed="rId2"/>
          <a:stretch>
            <a:fillRect/>
          </a:stretch>
        </p:blipFill>
        <p:spPr>
          <a:xfrm>
            <a:off x="2370915" y="175974"/>
            <a:ext cx="1356407" cy="710233"/>
          </a:xfrm>
          <a:prstGeom prst="rect">
            <a:avLst/>
          </a:prstGeom>
        </p:spPr>
      </p:pic>
      <p:sp>
        <p:nvSpPr>
          <p:cNvPr id="8" name="TextBox 7">
            <a:extLst>
              <a:ext uri="{FF2B5EF4-FFF2-40B4-BE49-F238E27FC236}">
                <a16:creationId xmlns:a16="http://schemas.microsoft.com/office/drawing/2014/main" id="{70100E99-7798-9FD7-B1D7-8282CE6EE486}"/>
              </a:ext>
            </a:extLst>
          </p:cNvPr>
          <p:cNvSpPr txBox="1"/>
          <p:nvPr/>
        </p:nvSpPr>
        <p:spPr>
          <a:xfrm>
            <a:off x="2064262" y="2293830"/>
            <a:ext cx="357790" cy="323165"/>
          </a:xfrm>
          <a:prstGeom prst="rect">
            <a:avLst/>
          </a:prstGeom>
          <a:noFill/>
        </p:spPr>
        <p:txBody>
          <a:bodyPr wrap="none" lIns="91440" tIns="45720" rIns="91440" bIns="45720" rtlCol="0" anchor="t">
            <a:spAutoFit/>
          </a:bodyPr>
          <a:lstStyle/>
          <a:p>
            <a:r>
              <a:rPr lang="en-US" sz="1500"/>
              <a:t>A.</a:t>
            </a:r>
          </a:p>
        </p:txBody>
      </p:sp>
      <p:sp>
        <p:nvSpPr>
          <p:cNvPr id="10" name="TextBox 9">
            <a:extLst>
              <a:ext uri="{FF2B5EF4-FFF2-40B4-BE49-F238E27FC236}">
                <a16:creationId xmlns:a16="http://schemas.microsoft.com/office/drawing/2014/main" id="{6796E41F-B577-166B-2B37-CC1ABF8F881C}"/>
              </a:ext>
            </a:extLst>
          </p:cNvPr>
          <p:cNvSpPr txBox="1"/>
          <p:nvPr/>
        </p:nvSpPr>
        <p:spPr>
          <a:xfrm>
            <a:off x="6684189" y="2293830"/>
            <a:ext cx="521243" cy="323165"/>
          </a:xfrm>
          <a:prstGeom prst="rect">
            <a:avLst/>
          </a:prstGeom>
          <a:noFill/>
        </p:spPr>
        <p:txBody>
          <a:bodyPr wrap="square" lIns="91440" tIns="45720" rIns="91440" bIns="45720" rtlCol="0" anchor="t">
            <a:spAutoFit/>
          </a:bodyPr>
          <a:lstStyle/>
          <a:p>
            <a:r>
              <a:rPr lang="en-US" sz="1500"/>
              <a:t>B.</a:t>
            </a:r>
          </a:p>
        </p:txBody>
      </p:sp>
      <p:pic>
        <p:nvPicPr>
          <p:cNvPr id="5" name="Picture 4" descr="A blue and purple text on a black background&#10;&#10;Description automatically generated">
            <a:extLst>
              <a:ext uri="{FF2B5EF4-FFF2-40B4-BE49-F238E27FC236}">
                <a16:creationId xmlns:a16="http://schemas.microsoft.com/office/drawing/2014/main" id="{514E1A6F-DFCE-7FD3-5A1D-E704C4C1DC7C}"/>
              </a:ext>
            </a:extLst>
          </p:cNvPr>
          <p:cNvPicPr>
            <a:picLocks noChangeAspect="1"/>
          </p:cNvPicPr>
          <p:nvPr/>
        </p:nvPicPr>
        <p:blipFill>
          <a:blip r:embed="rId3"/>
          <a:stretch>
            <a:fillRect/>
          </a:stretch>
        </p:blipFill>
        <p:spPr>
          <a:xfrm>
            <a:off x="2405916" y="2295929"/>
            <a:ext cx="3229578" cy="1671552"/>
          </a:xfrm>
          <a:prstGeom prst="rect">
            <a:avLst/>
          </a:prstGeom>
        </p:spPr>
      </p:pic>
      <p:pic>
        <p:nvPicPr>
          <p:cNvPr id="6" name="Picture 5" descr="A blue and grey text on a black background&#10;&#10;Description automatically generated">
            <a:extLst>
              <a:ext uri="{FF2B5EF4-FFF2-40B4-BE49-F238E27FC236}">
                <a16:creationId xmlns:a16="http://schemas.microsoft.com/office/drawing/2014/main" id="{BED369F7-5823-8E4B-778B-A3ABB1A2E5B8}"/>
              </a:ext>
            </a:extLst>
          </p:cNvPr>
          <p:cNvPicPr>
            <a:picLocks noChangeAspect="1"/>
          </p:cNvPicPr>
          <p:nvPr/>
        </p:nvPicPr>
        <p:blipFill>
          <a:blip r:embed="rId4"/>
          <a:stretch>
            <a:fillRect/>
          </a:stretch>
        </p:blipFill>
        <p:spPr>
          <a:xfrm>
            <a:off x="7233853" y="2290156"/>
            <a:ext cx="3202612" cy="1674093"/>
          </a:xfrm>
          <a:prstGeom prst="rect">
            <a:avLst/>
          </a:prstGeom>
        </p:spPr>
      </p:pic>
    </p:spTree>
    <p:extLst>
      <p:ext uri="{BB962C8B-B14F-4D97-AF65-F5344CB8AC3E}">
        <p14:creationId xmlns:p14="http://schemas.microsoft.com/office/powerpoint/2010/main" val="3391232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3465-616F-1358-1356-FDFCD581BDE0}"/>
              </a:ext>
            </a:extLst>
          </p:cNvPr>
          <p:cNvSpPr>
            <a:spLocks noGrp="1"/>
          </p:cNvSpPr>
          <p:nvPr>
            <p:ph type="title"/>
          </p:nvPr>
        </p:nvSpPr>
        <p:spPr/>
        <p:txBody>
          <a:bodyPr/>
          <a:lstStyle/>
          <a:p>
            <a:r>
              <a:rPr lang="en-US">
                <a:latin typeface="Montserrat"/>
              </a:rPr>
              <a:t>Option 6</a:t>
            </a:r>
            <a:endParaRPr lang="en-US"/>
          </a:p>
        </p:txBody>
      </p:sp>
      <p:sp>
        <p:nvSpPr>
          <p:cNvPr id="3" name="Rectangle 3">
            <a:extLst>
              <a:ext uri="{FF2B5EF4-FFF2-40B4-BE49-F238E27FC236}">
                <a16:creationId xmlns:a16="http://schemas.microsoft.com/office/drawing/2014/main" id="{3875F581-9E55-8A41-1A87-80731BBFF22B}"/>
              </a:ext>
            </a:extLst>
          </p:cNvPr>
          <p:cNvSpPr>
            <a:spLocks noChangeArrowheads="1"/>
          </p:cNvSpPr>
          <p:nvPr/>
        </p:nvSpPr>
        <p:spPr bwMode="auto">
          <a:xfrm>
            <a:off x="868470" y="5422081"/>
            <a:ext cx="104926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b="1" dirty="0">
                <a:solidFill>
                  <a:srgbClr val="00000C"/>
                </a:solidFill>
                <a:latin typeface="+mn-lt"/>
                <a:ea typeface="MS PGothic"/>
              </a:rPr>
              <a:t>Inspiration </a:t>
            </a:r>
            <a:r>
              <a:rPr lang="en-US" altLang="en-US" sz="1500" dirty="0">
                <a:solidFill>
                  <a:srgbClr val="00000C"/>
                </a:solidFill>
                <a:latin typeface="+mn-lt"/>
                <a:ea typeface="MS PGothic"/>
              </a:rPr>
              <a:t>|Minimalist drop approach to show clarity and effectiveness of the product.</a:t>
            </a:r>
            <a:endParaRPr lang="en-US" altLang="en-US" sz="1500" b="1" dirty="0">
              <a:solidFill>
                <a:srgbClr val="00000C"/>
              </a:solidFill>
              <a:latin typeface="+mn-lt"/>
            </a:endParaRPr>
          </a:p>
        </p:txBody>
      </p:sp>
      <p:pic>
        <p:nvPicPr>
          <p:cNvPr id="4" name="Picture 3" descr="A purple and grey text on a black background&#10;&#10;Description automatically generated">
            <a:extLst>
              <a:ext uri="{FF2B5EF4-FFF2-40B4-BE49-F238E27FC236}">
                <a16:creationId xmlns:a16="http://schemas.microsoft.com/office/drawing/2014/main" id="{5A2B0975-EB0A-74BE-4AF1-8990F5AFEAC1}"/>
              </a:ext>
            </a:extLst>
          </p:cNvPr>
          <p:cNvPicPr>
            <a:picLocks noChangeAspect="1"/>
          </p:cNvPicPr>
          <p:nvPr/>
        </p:nvPicPr>
        <p:blipFill>
          <a:blip r:embed="rId2"/>
          <a:stretch>
            <a:fillRect/>
          </a:stretch>
        </p:blipFill>
        <p:spPr>
          <a:xfrm>
            <a:off x="2687053" y="185478"/>
            <a:ext cx="1554080" cy="822178"/>
          </a:xfrm>
          <a:prstGeom prst="rect">
            <a:avLst/>
          </a:prstGeom>
        </p:spPr>
      </p:pic>
      <p:sp>
        <p:nvSpPr>
          <p:cNvPr id="10" name="TextBox 9">
            <a:extLst>
              <a:ext uri="{FF2B5EF4-FFF2-40B4-BE49-F238E27FC236}">
                <a16:creationId xmlns:a16="http://schemas.microsoft.com/office/drawing/2014/main" id="{0FB0CE45-B8C3-5B92-CBD0-EFEA7AB5EEC0}"/>
              </a:ext>
            </a:extLst>
          </p:cNvPr>
          <p:cNvSpPr txBox="1"/>
          <p:nvPr/>
        </p:nvSpPr>
        <p:spPr>
          <a:xfrm>
            <a:off x="4009367" y="1541856"/>
            <a:ext cx="357790" cy="323165"/>
          </a:xfrm>
          <a:prstGeom prst="rect">
            <a:avLst/>
          </a:prstGeom>
          <a:noFill/>
        </p:spPr>
        <p:txBody>
          <a:bodyPr wrap="none" lIns="91440" tIns="45720" rIns="91440" bIns="45720" rtlCol="0" anchor="t">
            <a:spAutoFit/>
          </a:bodyPr>
          <a:lstStyle/>
          <a:p>
            <a:r>
              <a:rPr lang="en-US" sz="1500"/>
              <a:t>A.</a:t>
            </a:r>
          </a:p>
        </p:txBody>
      </p:sp>
      <p:sp>
        <p:nvSpPr>
          <p:cNvPr id="12" name="TextBox 11">
            <a:extLst>
              <a:ext uri="{FF2B5EF4-FFF2-40B4-BE49-F238E27FC236}">
                <a16:creationId xmlns:a16="http://schemas.microsoft.com/office/drawing/2014/main" id="{339284C9-76F5-66B4-9FA0-D1ECC79AD0E4}"/>
              </a:ext>
            </a:extLst>
          </p:cNvPr>
          <p:cNvSpPr txBox="1"/>
          <p:nvPr/>
        </p:nvSpPr>
        <p:spPr>
          <a:xfrm>
            <a:off x="1610873" y="3266382"/>
            <a:ext cx="521243" cy="323165"/>
          </a:xfrm>
          <a:prstGeom prst="rect">
            <a:avLst/>
          </a:prstGeom>
          <a:noFill/>
        </p:spPr>
        <p:txBody>
          <a:bodyPr wrap="square" lIns="91440" tIns="45720" rIns="91440" bIns="45720" rtlCol="0" anchor="t">
            <a:spAutoFit/>
          </a:bodyPr>
          <a:lstStyle/>
          <a:p>
            <a:r>
              <a:rPr lang="en-US" sz="1500"/>
              <a:t>B.</a:t>
            </a:r>
          </a:p>
        </p:txBody>
      </p:sp>
      <p:sp>
        <p:nvSpPr>
          <p:cNvPr id="13" name="TextBox 12">
            <a:extLst>
              <a:ext uri="{FF2B5EF4-FFF2-40B4-BE49-F238E27FC236}">
                <a16:creationId xmlns:a16="http://schemas.microsoft.com/office/drawing/2014/main" id="{5069F13D-C59E-69FA-F641-3F052E78EED7}"/>
              </a:ext>
            </a:extLst>
          </p:cNvPr>
          <p:cNvSpPr txBox="1"/>
          <p:nvPr/>
        </p:nvSpPr>
        <p:spPr>
          <a:xfrm>
            <a:off x="6744346" y="3266382"/>
            <a:ext cx="521243" cy="323165"/>
          </a:xfrm>
          <a:prstGeom prst="rect">
            <a:avLst/>
          </a:prstGeom>
          <a:noFill/>
        </p:spPr>
        <p:txBody>
          <a:bodyPr wrap="square" lIns="91440" tIns="45720" rIns="91440" bIns="45720" rtlCol="0" anchor="t">
            <a:spAutoFit/>
          </a:bodyPr>
          <a:lstStyle/>
          <a:p>
            <a:r>
              <a:rPr lang="en-US" sz="1500"/>
              <a:t>C.</a:t>
            </a:r>
          </a:p>
        </p:txBody>
      </p:sp>
      <p:pic>
        <p:nvPicPr>
          <p:cNvPr id="5" name="Picture 4" descr="A purple and grey text with blue wings&#10;&#10;Description automatically generated">
            <a:extLst>
              <a:ext uri="{FF2B5EF4-FFF2-40B4-BE49-F238E27FC236}">
                <a16:creationId xmlns:a16="http://schemas.microsoft.com/office/drawing/2014/main" id="{A8D2504D-D0AE-D69A-46B7-4D51FD7D5F58}"/>
              </a:ext>
            </a:extLst>
          </p:cNvPr>
          <p:cNvPicPr>
            <a:picLocks noChangeAspect="1"/>
          </p:cNvPicPr>
          <p:nvPr/>
        </p:nvPicPr>
        <p:blipFill>
          <a:blip r:embed="rId3"/>
          <a:srcRect t="-154" r="11746" b="-2864"/>
          <a:stretch/>
        </p:blipFill>
        <p:spPr>
          <a:xfrm>
            <a:off x="2297546" y="3590481"/>
            <a:ext cx="3016048" cy="1826377"/>
          </a:xfrm>
          <a:prstGeom prst="rect">
            <a:avLst/>
          </a:prstGeom>
        </p:spPr>
      </p:pic>
      <p:pic>
        <p:nvPicPr>
          <p:cNvPr id="6" name="Picture 5" descr="A purple and grey text on a black background&#10;&#10;Description automatically generated">
            <a:extLst>
              <a:ext uri="{FF2B5EF4-FFF2-40B4-BE49-F238E27FC236}">
                <a16:creationId xmlns:a16="http://schemas.microsoft.com/office/drawing/2014/main" id="{8D7ED2C9-2360-0C8B-9357-E570E6F80D89}"/>
              </a:ext>
            </a:extLst>
          </p:cNvPr>
          <p:cNvPicPr>
            <a:picLocks noChangeAspect="1"/>
          </p:cNvPicPr>
          <p:nvPr/>
        </p:nvPicPr>
        <p:blipFill>
          <a:blip r:embed="rId4"/>
          <a:stretch>
            <a:fillRect/>
          </a:stretch>
        </p:blipFill>
        <p:spPr>
          <a:xfrm>
            <a:off x="4369954" y="1543891"/>
            <a:ext cx="3417455" cy="1609502"/>
          </a:xfrm>
          <a:prstGeom prst="rect">
            <a:avLst/>
          </a:prstGeom>
        </p:spPr>
      </p:pic>
      <p:pic>
        <p:nvPicPr>
          <p:cNvPr id="7" name="Picture 6" descr="A blue bird with a black background&#10;&#10;Description automatically generated">
            <a:extLst>
              <a:ext uri="{FF2B5EF4-FFF2-40B4-BE49-F238E27FC236}">
                <a16:creationId xmlns:a16="http://schemas.microsoft.com/office/drawing/2014/main" id="{05C9789E-15A1-9399-7832-3429818B414B}"/>
              </a:ext>
            </a:extLst>
          </p:cNvPr>
          <p:cNvPicPr>
            <a:picLocks noChangeAspect="1"/>
          </p:cNvPicPr>
          <p:nvPr/>
        </p:nvPicPr>
        <p:blipFill>
          <a:blip r:embed="rId5"/>
          <a:stretch>
            <a:fillRect/>
          </a:stretch>
        </p:blipFill>
        <p:spPr>
          <a:xfrm>
            <a:off x="7123545" y="3327663"/>
            <a:ext cx="3013364" cy="1884240"/>
          </a:xfrm>
          <a:prstGeom prst="rect">
            <a:avLst/>
          </a:prstGeom>
        </p:spPr>
      </p:pic>
    </p:spTree>
    <p:extLst>
      <p:ext uri="{BB962C8B-B14F-4D97-AF65-F5344CB8AC3E}">
        <p14:creationId xmlns:p14="http://schemas.microsoft.com/office/powerpoint/2010/main" val="1486048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3465-616F-1358-1356-FDFCD581BDE0}"/>
              </a:ext>
            </a:extLst>
          </p:cNvPr>
          <p:cNvSpPr>
            <a:spLocks noGrp="1"/>
          </p:cNvSpPr>
          <p:nvPr>
            <p:ph type="title"/>
          </p:nvPr>
        </p:nvSpPr>
        <p:spPr/>
        <p:txBody>
          <a:bodyPr/>
          <a:lstStyle/>
          <a:p>
            <a:r>
              <a:rPr lang="en-US">
                <a:latin typeface="Montserrat"/>
              </a:rPr>
              <a:t>Option 7</a:t>
            </a:r>
            <a:endParaRPr lang="en-US"/>
          </a:p>
        </p:txBody>
      </p:sp>
      <p:sp>
        <p:nvSpPr>
          <p:cNvPr id="3" name="Rectangle 3">
            <a:extLst>
              <a:ext uri="{FF2B5EF4-FFF2-40B4-BE49-F238E27FC236}">
                <a16:creationId xmlns:a16="http://schemas.microsoft.com/office/drawing/2014/main" id="{3875F581-9E55-8A41-1A87-80731BBFF22B}"/>
              </a:ext>
            </a:extLst>
          </p:cNvPr>
          <p:cNvSpPr>
            <a:spLocks noChangeArrowheads="1"/>
          </p:cNvSpPr>
          <p:nvPr/>
        </p:nvSpPr>
        <p:spPr bwMode="auto">
          <a:xfrm>
            <a:off x="868470" y="5422081"/>
            <a:ext cx="104926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b="1" dirty="0">
                <a:solidFill>
                  <a:srgbClr val="00000C"/>
                </a:solidFill>
                <a:latin typeface="+mn-lt"/>
                <a:ea typeface="MS PGothic"/>
              </a:rPr>
              <a:t>Inspiration </a:t>
            </a:r>
            <a:r>
              <a:rPr lang="en-US" altLang="en-US" sz="1500" dirty="0">
                <a:solidFill>
                  <a:srgbClr val="00000C"/>
                </a:solidFill>
                <a:latin typeface="+mn-lt"/>
                <a:ea typeface="MS PGothic"/>
              </a:rPr>
              <a:t>|Minimalist drop icon on letter 'A' on the wordmark .</a:t>
            </a:r>
            <a:endParaRPr lang="en-US" altLang="en-US" sz="1500" dirty="0">
              <a:solidFill>
                <a:srgbClr val="00000C"/>
              </a:solidFill>
              <a:latin typeface="+mn-lt"/>
            </a:endParaRPr>
          </a:p>
        </p:txBody>
      </p:sp>
      <p:pic>
        <p:nvPicPr>
          <p:cNvPr id="5" name="Picture 4" descr="A blue and grey logo&#10;&#10;Description automatically generated">
            <a:extLst>
              <a:ext uri="{FF2B5EF4-FFF2-40B4-BE49-F238E27FC236}">
                <a16:creationId xmlns:a16="http://schemas.microsoft.com/office/drawing/2014/main" id="{68993989-F27E-1C8D-CBD2-97D8046C3BD9}"/>
              </a:ext>
            </a:extLst>
          </p:cNvPr>
          <p:cNvPicPr>
            <a:picLocks noChangeAspect="1"/>
          </p:cNvPicPr>
          <p:nvPr/>
        </p:nvPicPr>
        <p:blipFill>
          <a:blip r:embed="rId2"/>
          <a:stretch>
            <a:fillRect/>
          </a:stretch>
        </p:blipFill>
        <p:spPr>
          <a:xfrm>
            <a:off x="2536050" y="188178"/>
            <a:ext cx="1909255" cy="835312"/>
          </a:xfrm>
          <a:prstGeom prst="rect">
            <a:avLst/>
          </a:prstGeom>
        </p:spPr>
      </p:pic>
      <p:pic>
        <p:nvPicPr>
          <p:cNvPr id="4" name="Picture 3" descr="A black background with blue text and pink ribbon&#10;&#10;Description automatically generated">
            <a:extLst>
              <a:ext uri="{FF2B5EF4-FFF2-40B4-BE49-F238E27FC236}">
                <a16:creationId xmlns:a16="http://schemas.microsoft.com/office/drawing/2014/main" id="{83B7F6DA-F369-1E20-596A-48FCBB9BA9DC}"/>
              </a:ext>
            </a:extLst>
          </p:cNvPr>
          <p:cNvPicPr>
            <a:picLocks noChangeAspect="1"/>
          </p:cNvPicPr>
          <p:nvPr/>
        </p:nvPicPr>
        <p:blipFill>
          <a:blip r:embed="rId3"/>
          <a:stretch>
            <a:fillRect/>
          </a:stretch>
        </p:blipFill>
        <p:spPr>
          <a:xfrm>
            <a:off x="3449053" y="2291577"/>
            <a:ext cx="5283869" cy="2284873"/>
          </a:xfrm>
          <a:prstGeom prst="rect">
            <a:avLst/>
          </a:prstGeom>
        </p:spPr>
      </p:pic>
    </p:spTree>
    <p:extLst>
      <p:ext uri="{BB962C8B-B14F-4D97-AF65-F5344CB8AC3E}">
        <p14:creationId xmlns:p14="http://schemas.microsoft.com/office/powerpoint/2010/main" val="104619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3465-616F-1358-1356-FDFCD581BDE0}"/>
              </a:ext>
            </a:extLst>
          </p:cNvPr>
          <p:cNvSpPr>
            <a:spLocks noGrp="1"/>
          </p:cNvSpPr>
          <p:nvPr>
            <p:ph type="title"/>
          </p:nvPr>
        </p:nvSpPr>
        <p:spPr/>
        <p:txBody>
          <a:bodyPr/>
          <a:lstStyle/>
          <a:p>
            <a:r>
              <a:rPr lang="en-US">
                <a:latin typeface="Montserrat"/>
              </a:rPr>
              <a:t>Option 8</a:t>
            </a:r>
          </a:p>
        </p:txBody>
      </p:sp>
      <p:sp>
        <p:nvSpPr>
          <p:cNvPr id="3" name="Rectangle 3">
            <a:extLst>
              <a:ext uri="{FF2B5EF4-FFF2-40B4-BE49-F238E27FC236}">
                <a16:creationId xmlns:a16="http://schemas.microsoft.com/office/drawing/2014/main" id="{3875F581-9E55-8A41-1A87-80731BBFF22B}"/>
              </a:ext>
            </a:extLst>
          </p:cNvPr>
          <p:cNvSpPr>
            <a:spLocks noChangeArrowheads="1"/>
          </p:cNvSpPr>
          <p:nvPr/>
        </p:nvSpPr>
        <p:spPr bwMode="auto">
          <a:xfrm>
            <a:off x="868470" y="5422081"/>
            <a:ext cx="104926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Clr>
                <a:srgbClr val="FF8000"/>
              </a:buClr>
              <a:buFont typeface="Wingdings" panose="05000000000000000000" pitchFamily="2" charset="2"/>
              <a:buChar char="ü"/>
              <a:defRPr sz="32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1pPr>
            <a:lvl2pPr marL="742950" indent="-285750">
              <a:spcBef>
                <a:spcPct val="20000"/>
              </a:spcBef>
              <a:buClr>
                <a:srgbClr val="7F7F7F"/>
              </a:buClr>
              <a:buFont typeface="Arial" panose="020B0604020202020204" pitchFamily="34" charset="0"/>
              <a:buChar char="–"/>
              <a:defRPr sz="28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2pPr>
            <a:lvl3pPr marL="1143000" indent="-228600">
              <a:spcBef>
                <a:spcPct val="20000"/>
              </a:spcBef>
              <a:buClr>
                <a:srgbClr val="FF8000"/>
              </a:buClr>
              <a:buFont typeface="Arial" panose="020B0604020202020204" pitchFamily="34" charset="0"/>
              <a:buChar char="•"/>
              <a:defRPr sz="24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3pPr>
            <a:lvl4pPr marL="1600200" indent="-228600">
              <a:spcBef>
                <a:spcPct val="20000"/>
              </a:spcBef>
              <a:buClr>
                <a:srgbClr val="A6A6A6"/>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4pPr>
            <a:lvl5pPr marL="2057400" indent="-228600">
              <a:spcBef>
                <a:spcPct val="20000"/>
              </a:spcBef>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5pPr>
            <a:lvl6pPr marL="25146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6pPr>
            <a:lvl7pPr marL="29718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7pPr>
            <a:lvl8pPr marL="34290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8pPr>
            <a:lvl9pPr marL="3886200" indent="-228600" eaLnBrk="0" fontAlgn="base" hangingPunct="0">
              <a:spcBef>
                <a:spcPct val="20000"/>
              </a:spcBef>
              <a:spcAft>
                <a:spcPct val="0"/>
              </a:spcAft>
              <a:buClr>
                <a:srgbClr val="FF8000"/>
              </a:buClr>
              <a:buFont typeface="Arial" panose="020B0604020202020204" pitchFamily="34" charset="0"/>
              <a:buChar char="»"/>
              <a:defRPr sz="2000">
                <a:solidFill>
                  <a:srgbClr val="404040"/>
                </a:solidFill>
                <a:latin typeface="Arial Narrow" panose="020B0606020202030204" pitchFamily="34" charset="0"/>
                <a:ea typeface="MS PGothic" panose="020B0600070205080204" pitchFamily="34" charset="-128"/>
                <a:cs typeface="Arial Narrow" panose="020B0606020202030204" pitchFamily="34" charset="0"/>
              </a:defRPr>
            </a:lvl9pPr>
          </a:lstStyle>
          <a:p>
            <a:pPr>
              <a:spcBef>
                <a:spcPct val="50000"/>
              </a:spcBef>
              <a:buClrTx/>
              <a:buNone/>
            </a:pPr>
            <a:r>
              <a:rPr lang="en-US" altLang="en-US" sz="1500" b="1" dirty="0">
                <a:solidFill>
                  <a:srgbClr val="00000C"/>
                </a:solidFill>
                <a:latin typeface="+mn-lt"/>
                <a:ea typeface="MS PGothic"/>
              </a:rPr>
              <a:t>Inspiration </a:t>
            </a:r>
            <a:r>
              <a:rPr lang="en-US" altLang="en-US" sz="1500" dirty="0">
                <a:solidFill>
                  <a:srgbClr val="00000C"/>
                </a:solidFill>
                <a:latin typeface="+mn-lt"/>
                <a:ea typeface="MS PGothic"/>
              </a:rPr>
              <a:t>|</a:t>
            </a:r>
            <a:r>
              <a:rPr lang="en-US" altLang="en-US" sz="1500" b="1" dirty="0">
                <a:solidFill>
                  <a:srgbClr val="00000C"/>
                </a:solidFill>
                <a:latin typeface="+mn-lt"/>
                <a:ea typeface="MS PGothic"/>
              </a:rPr>
              <a:t> </a:t>
            </a:r>
            <a:r>
              <a:rPr lang="en-US" altLang="en-US" sz="1500" dirty="0">
                <a:solidFill>
                  <a:srgbClr val="00000C"/>
                </a:solidFill>
                <a:latin typeface="+mn-lt"/>
                <a:ea typeface="MS PGothic"/>
              </a:rPr>
              <a:t>Icon symbolizes going through layers.</a:t>
            </a:r>
            <a:endParaRPr lang="en-US" altLang="en-US" sz="1500" dirty="0">
              <a:solidFill>
                <a:srgbClr val="00000C"/>
              </a:solidFill>
              <a:latin typeface="+mn-lt"/>
            </a:endParaRPr>
          </a:p>
        </p:txBody>
      </p:sp>
      <p:pic>
        <p:nvPicPr>
          <p:cNvPr id="5" name="Picture 4" descr="A purple text on a black background&#10;&#10;Description automatically generated">
            <a:extLst>
              <a:ext uri="{FF2B5EF4-FFF2-40B4-BE49-F238E27FC236}">
                <a16:creationId xmlns:a16="http://schemas.microsoft.com/office/drawing/2014/main" id="{354C2AF5-E77C-974C-8516-289393FFF8F8}"/>
              </a:ext>
            </a:extLst>
          </p:cNvPr>
          <p:cNvPicPr>
            <a:picLocks noChangeAspect="1"/>
          </p:cNvPicPr>
          <p:nvPr/>
        </p:nvPicPr>
        <p:blipFill>
          <a:blip r:embed="rId2"/>
          <a:stretch>
            <a:fillRect/>
          </a:stretch>
        </p:blipFill>
        <p:spPr>
          <a:xfrm>
            <a:off x="2551982" y="41695"/>
            <a:ext cx="1452114" cy="848265"/>
          </a:xfrm>
          <a:prstGeom prst="rect">
            <a:avLst/>
          </a:prstGeom>
        </p:spPr>
      </p:pic>
      <p:pic>
        <p:nvPicPr>
          <p:cNvPr id="9" name="Picture 8" descr="A purple and pink text on a black background&#10;&#10;Description automatically generated">
            <a:extLst>
              <a:ext uri="{FF2B5EF4-FFF2-40B4-BE49-F238E27FC236}">
                <a16:creationId xmlns:a16="http://schemas.microsoft.com/office/drawing/2014/main" id="{95B5BC13-2C87-CB10-EA49-392D24774015}"/>
              </a:ext>
            </a:extLst>
          </p:cNvPr>
          <p:cNvPicPr>
            <a:picLocks noChangeAspect="1"/>
          </p:cNvPicPr>
          <p:nvPr/>
        </p:nvPicPr>
        <p:blipFill>
          <a:blip r:embed="rId3"/>
          <a:stretch>
            <a:fillRect/>
          </a:stretch>
        </p:blipFill>
        <p:spPr>
          <a:xfrm>
            <a:off x="6897054" y="2012922"/>
            <a:ext cx="3530612" cy="1765306"/>
          </a:xfrm>
          <a:prstGeom prst="rect">
            <a:avLst/>
          </a:prstGeom>
        </p:spPr>
      </p:pic>
      <p:pic>
        <p:nvPicPr>
          <p:cNvPr id="10" name="Picture 9" descr="A blue and grey text on a black background&#10;&#10;Description automatically generated">
            <a:extLst>
              <a:ext uri="{FF2B5EF4-FFF2-40B4-BE49-F238E27FC236}">
                <a16:creationId xmlns:a16="http://schemas.microsoft.com/office/drawing/2014/main" id="{877D4E20-AC51-F1BB-7C94-B97512603ACD}"/>
              </a:ext>
            </a:extLst>
          </p:cNvPr>
          <p:cNvPicPr>
            <a:picLocks noChangeAspect="1"/>
          </p:cNvPicPr>
          <p:nvPr/>
        </p:nvPicPr>
        <p:blipFill>
          <a:blip r:embed="rId4"/>
          <a:stretch>
            <a:fillRect/>
          </a:stretch>
        </p:blipFill>
        <p:spPr>
          <a:xfrm>
            <a:off x="6940864" y="3814217"/>
            <a:ext cx="3538892" cy="1769446"/>
          </a:xfrm>
          <a:prstGeom prst="rect">
            <a:avLst/>
          </a:prstGeom>
        </p:spPr>
      </p:pic>
      <p:sp>
        <p:nvSpPr>
          <p:cNvPr id="7" name="TextBox 6">
            <a:extLst>
              <a:ext uri="{FF2B5EF4-FFF2-40B4-BE49-F238E27FC236}">
                <a16:creationId xmlns:a16="http://schemas.microsoft.com/office/drawing/2014/main" id="{D0142A16-D5F1-6371-D660-90BE7A08A7B3}"/>
              </a:ext>
            </a:extLst>
          </p:cNvPr>
          <p:cNvSpPr txBox="1"/>
          <p:nvPr/>
        </p:nvSpPr>
        <p:spPr>
          <a:xfrm>
            <a:off x="5978927" y="1775606"/>
            <a:ext cx="521243" cy="323165"/>
          </a:xfrm>
          <a:prstGeom prst="rect">
            <a:avLst/>
          </a:prstGeom>
          <a:noFill/>
        </p:spPr>
        <p:txBody>
          <a:bodyPr wrap="square" lIns="91440" tIns="45720" rIns="91440" bIns="45720" rtlCol="0" anchor="t">
            <a:spAutoFit/>
          </a:bodyPr>
          <a:lstStyle/>
          <a:p>
            <a:r>
              <a:rPr lang="en-US" sz="1500"/>
              <a:t>B.</a:t>
            </a:r>
          </a:p>
        </p:txBody>
      </p:sp>
      <p:sp>
        <p:nvSpPr>
          <p:cNvPr id="12" name="TextBox 11">
            <a:extLst>
              <a:ext uri="{FF2B5EF4-FFF2-40B4-BE49-F238E27FC236}">
                <a16:creationId xmlns:a16="http://schemas.microsoft.com/office/drawing/2014/main" id="{BC916D4F-41A4-43A1-FCCD-641037CEA048}"/>
              </a:ext>
            </a:extLst>
          </p:cNvPr>
          <p:cNvSpPr txBox="1"/>
          <p:nvPr/>
        </p:nvSpPr>
        <p:spPr>
          <a:xfrm>
            <a:off x="1649727" y="1721498"/>
            <a:ext cx="357790" cy="323165"/>
          </a:xfrm>
          <a:prstGeom prst="rect">
            <a:avLst/>
          </a:prstGeom>
          <a:noFill/>
        </p:spPr>
        <p:txBody>
          <a:bodyPr wrap="none" lIns="91440" tIns="45720" rIns="91440" bIns="45720" rtlCol="0" anchor="t">
            <a:spAutoFit/>
          </a:bodyPr>
          <a:lstStyle/>
          <a:p>
            <a:r>
              <a:rPr lang="en-US" sz="1500"/>
              <a:t>A.</a:t>
            </a:r>
          </a:p>
        </p:txBody>
      </p:sp>
      <p:pic>
        <p:nvPicPr>
          <p:cNvPr id="13" name="Picture 12" descr="A purple and pink text on a black background&#10;&#10;Description automatically generated">
            <a:extLst>
              <a:ext uri="{FF2B5EF4-FFF2-40B4-BE49-F238E27FC236}">
                <a16:creationId xmlns:a16="http://schemas.microsoft.com/office/drawing/2014/main" id="{36404CA6-B0EC-408D-8A78-65B00218D3F9}"/>
              </a:ext>
            </a:extLst>
          </p:cNvPr>
          <p:cNvPicPr>
            <a:picLocks noChangeAspect="1"/>
          </p:cNvPicPr>
          <p:nvPr/>
        </p:nvPicPr>
        <p:blipFill>
          <a:blip r:embed="rId5"/>
          <a:stretch>
            <a:fillRect/>
          </a:stretch>
        </p:blipFill>
        <p:spPr>
          <a:xfrm>
            <a:off x="2241911" y="2098771"/>
            <a:ext cx="2982822" cy="1546648"/>
          </a:xfrm>
          <a:prstGeom prst="rect">
            <a:avLst/>
          </a:prstGeom>
        </p:spPr>
      </p:pic>
      <p:sp>
        <p:nvSpPr>
          <p:cNvPr id="14" name="TextBox 13">
            <a:extLst>
              <a:ext uri="{FF2B5EF4-FFF2-40B4-BE49-F238E27FC236}">
                <a16:creationId xmlns:a16="http://schemas.microsoft.com/office/drawing/2014/main" id="{7EB08E27-BC04-E2B6-4319-D05D66430B6C}"/>
              </a:ext>
            </a:extLst>
          </p:cNvPr>
          <p:cNvSpPr txBox="1"/>
          <p:nvPr/>
        </p:nvSpPr>
        <p:spPr>
          <a:xfrm>
            <a:off x="2555500" y="1376441"/>
            <a:ext cx="1625125" cy="323165"/>
          </a:xfrm>
          <a:prstGeom prst="rect">
            <a:avLst/>
          </a:prstGeom>
          <a:noFill/>
        </p:spPr>
        <p:txBody>
          <a:bodyPr wrap="none" lIns="91440" tIns="45720" rIns="91440" bIns="45720" rtlCol="0" anchor="t">
            <a:spAutoFit/>
          </a:bodyPr>
          <a:lstStyle/>
          <a:p>
            <a:r>
              <a:rPr lang="en-US" sz="1500"/>
              <a:t>Marketing Logo.</a:t>
            </a:r>
          </a:p>
        </p:txBody>
      </p:sp>
      <p:sp>
        <p:nvSpPr>
          <p:cNvPr id="16" name="TextBox 15">
            <a:extLst>
              <a:ext uri="{FF2B5EF4-FFF2-40B4-BE49-F238E27FC236}">
                <a16:creationId xmlns:a16="http://schemas.microsoft.com/office/drawing/2014/main" id="{A44D7930-7401-7C5E-701F-27904D8EB245}"/>
              </a:ext>
            </a:extLst>
          </p:cNvPr>
          <p:cNvSpPr txBox="1"/>
          <p:nvPr/>
        </p:nvSpPr>
        <p:spPr>
          <a:xfrm>
            <a:off x="7846367" y="1405195"/>
            <a:ext cx="1622560" cy="323165"/>
          </a:xfrm>
          <a:prstGeom prst="rect">
            <a:avLst/>
          </a:prstGeom>
          <a:noFill/>
        </p:spPr>
        <p:txBody>
          <a:bodyPr wrap="none" lIns="91440" tIns="45720" rIns="91440" bIns="45720" rtlCol="0" anchor="t">
            <a:spAutoFit/>
          </a:bodyPr>
          <a:lstStyle/>
          <a:p>
            <a:r>
              <a:rPr lang="en-US" sz="1500"/>
              <a:t>Packaging Logo.</a:t>
            </a:r>
          </a:p>
        </p:txBody>
      </p:sp>
      <p:sp>
        <p:nvSpPr>
          <p:cNvPr id="17" name="TextBox 16">
            <a:extLst>
              <a:ext uri="{FF2B5EF4-FFF2-40B4-BE49-F238E27FC236}">
                <a16:creationId xmlns:a16="http://schemas.microsoft.com/office/drawing/2014/main" id="{44355258-B826-1032-E200-20829CC057B9}"/>
              </a:ext>
            </a:extLst>
          </p:cNvPr>
          <p:cNvSpPr txBox="1"/>
          <p:nvPr/>
        </p:nvSpPr>
        <p:spPr>
          <a:xfrm>
            <a:off x="5978927" y="3949476"/>
            <a:ext cx="521243" cy="323165"/>
          </a:xfrm>
          <a:prstGeom prst="rect">
            <a:avLst/>
          </a:prstGeom>
          <a:noFill/>
        </p:spPr>
        <p:txBody>
          <a:bodyPr wrap="square" lIns="91440" tIns="45720" rIns="91440" bIns="45720" rtlCol="0" anchor="t">
            <a:spAutoFit/>
          </a:bodyPr>
          <a:lstStyle/>
          <a:p>
            <a:r>
              <a:rPr lang="en-US" sz="1500"/>
              <a:t>C.</a:t>
            </a:r>
          </a:p>
        </p:txBody>
      </p:sp>
    </p:spTree>
    <p:extLst>
      <p:ext uri="{BB962C8B-B14F-4D97-AF65-F5344CB8AC3E}">
        <p14:creationId xmlns:p14="http://schemas.microsoft.com/office/powerpoint/2010/main" val="4176233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365C43-A948-5534-4F12-2AB5B480A30F}"/>
              </a:ext>
            </a:extLst>
          </p:cNvPr>
          <p:cNvSpPr>
            <a:spLocks noGrp="1"/>
          </p:cNvSpPr>
          <p:nvPr>
            <p:ph type="title"/>
          </p:nvPr>
        </p:nvSpPr>
        <p:spPr>
          <a:xfrm>
            <a:off x="487053" y="304306"/>
            <a:ext cx="9227619" cy="590739"/>
          </a:xfrm>
        </p:spPr>
        <p:txBody>
          <a:bodyPr/>
          <a:lstStyle/>
          <a:p>
            <a:r>
              <a:rPr lang="en-US">
                <a:solidFill>
                  <a:schemeClr val="accent1"/>
                </a:solidFill>
              </a:rPr>
              <a:t>Thank You!</a:t>
            </a:r>
          </a:p>
        </p:txBody>
      </p:sp>
      <p:sp>
        <p:nvSpPr>
          <p:cNvPr id="9" name="TextBox 8">
            <a:extLst>
              <a:ext uri="{FF2B5EF4-FFF2-40B4-BE49-F238E27FC236}">
                <a16:creationId xmlns:a16="http://schemas.microsoft.com/office/drawing/2014/main" id="{8FB2EA04-07DD-DC07-2363-6D363809D2FA}"/>
              </a:ext>
            </a:extLst>
          </p:cNvPr>
          <p:cNvSpPr txBox="1"/>
          <p:nvPr/>
        </p:nvSpPr>
        <p:spPr>
          <a:xfrm>
            <a:off x="487053" y="1286474"/>
            <a:ext cx="4072313" cy="2249325"/>
          </a:xfrm>
          <a:prstGeom prst="rect">
            <a:avLst/>
          </a:prstGeom>
          <a:noFill/>
        </p:spPr>
        <p:txBody>
          <a:bodyPr wrap="square" lIns="0" tIns="36000" rIns="0" bIns="36000" rtlCol="0">
            <a:spAutoFit/>
          </a:bodyPr>
          <a:lstStyle/>
          <a:p>
            <a:pPr marL="0" marR="0" lvl="0" indent="0" algn="l" defTabSz="914330" rtl="0" eaLnBrk="1" fontAlgn="auto" latinLnBrk="0" hangingPunct="1">
              <a:lnSpc>
                <a:spcPct val="150000"/>
              </a:lnSpc>
              <a:spcBef>
                <a:spcPts val="600"/>
              </a:spcBef>
              <a:spcAft>
                <a:spcPts val="15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Open Sans"/>
                <a:ea typeface="+mn-ea"/>
                <a:cs typeface="+mn-cs"/>
              </a:rPr>
              <a:t>Thank you for your participation! </a:t>
            </a:r>
            <a:br>
              <a:rPr kumimoji="0" lang="en-US" sz="1600" b="0" i="0" u="none" strike="noStrike" kern="1200" cap="none" spc="0" normalizeH="0" baseline="0" noProof="0">
                <a:ln>
                  <a:noFill/>
                </a:ln>
                <a:solidFill>
                  <a:srgbClr val="000000"/>
                </a:solidFill>
                <a:effectLst/>
                <a:uLnTx/>
                <a:uFillTx/>
                <a:latin typeface="Open Sans"/>
                <a:ea typeface="+mn-ea"/>
                <a:cs typeface="+mn-cs"/>
              </a:rPr>
            </a:br>
            <a:r>
              <a:rPr kumimoji="0" lang="en-US" sz="1600" b="0" i="0" u="none" strike="noStrike" kern="1200" cap="none" spc="0" normalizeH="0" baseline="0" noProof="0">
                <a:ln>
                  <a:noFill/>
                </a:ln>
                <a:solidFill>
                  <a:srgbClr val="000000"/>
                </a:solidFill>
                <a:effectLst/>
                <a:uLnTx/>
                <a:uFillTx/>
                <a:latin typeface="Open Sans"/>
                <a:ea typeface="+mn-ea"/>
                <a:cs typeface="+mn-cs"/>
              </a:rPr>
              <a:t>Your referrals are the best compliment. </a:t>
            </a:r>
            <a:br>
              <a:rPr kumimoji="0" lang="en-US" sz="1600" b="0" i="0" u="none" strike="noStrike" kern="1200" cap="none" spc="0" normalizeH="0" baseline="0" noProof="0">
                <a:ln>
                  <a:noFill/>
                </a:ln>
                <a:solidFill>
                  <a:srgbClr val="000000"/>
                </a:solidFill>
                <a:effectLst/>
                <a:uLnTx/>
                <a:uFillTx/>
                <a:latin typeface="Open Sans"/>
                <a:ea typeface="+mn-ea"/>
                <a:cs typeface="+mn-cs"/>
              </a:rPr>
            </a:br>
            <a:br>
              <a:rPr kumimoji="0" lang="en-US" sz="1600" b="0" i="0" u="none" strike="noStrike" kern="1200" cap="none" spc="0" normalizeH="0" baseline="0" noProof="0">
                <a:ln>
                  <a:noFill/>
                </a:ln>
                <a:solidFill>
                  <a:srgbClr val="000000"/>
                </a:solidFill>
                <a:effectLst/>
                <a:uLnTx/>
                <a:uFillTx/>
                <a:latin typeface="Open Sans"/>
                <a:ea typeface="+mn-ea"/>
                <a:cs typeface="+mn-cs"/>
              </a:rPr>
            </a:br>
            <a:r>
              <a:rPr kumimoji="0" lang="en-US" sz="1600" b="0" i="0" u="none" strike="noStrike" kern="1200" cap="none" spc="0" normalizeH="0" baseline="0" noProof="0">
                <a:ln>
                  <a:noFill/>
                </a:ln>
                <a:solidFill>
                  <a:srgbClr val="000000"/>
                </a:solidFill>
                <a:effectLst/>
                <a:uLnTx/>
                <a:uFillTx/>
                <a:latin typeface="Open Sans"/>
                <a:ea typeface="+mn-ea"/>
                <a:cs typeface="+mn-cs"/>
              </a:rPr>
              <a:t>Should your colleagues have questions or naming needs, please feel free to forward the contact information below:</a:t>
            </a:r>
          </a:p>
        </p:txBody>
      </p:sp>
      <p:pic>
        <p:nvPicPr>
          <p:cNvPr id="6" name="Picture 5" descr="A blue sign with white text on it&#10;&#10;Description automatically generated">
            <a:extLst>
              <a:ext uri="{FF2B5EF4-FFF2-40B4-BE49-F238E27FC236}">
                <a16:creationId xmlns:a16="http://schemas.microsoft.com/office/drawing/2014/main" id="{9C346DAB-5304-C8E8-DECA-4380B5D2C675}"/>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803050" y="0"/>
            <a:ext cx="7388949" cy="6858000"/>
          </a:xfrm>
          <a:prstGeom prst="rect">
            <a:avLst/>
          </a:prstGeom>
        </p:spPr>
      </p:pic>
    </p:spTree>
    <p:extLst>
      <p:ext uri="{BB962C8B-B14F-4D97-AF65-F5344CB8AC3E}">
        <p14:creationId xmlns:p14="http://schemas.microsoft.com/office/powerpoint/2010/main" val="2306786032"/>
      </p:ext>
    </p:extLst>
  </p:cSld>
  <p:clrMapOvr>
    <a:masterClrMapping/>
  </p:clrMapOvr>
</p:sld>
</file>

<file path=ppt/theme/theme1.xml><?xml version="1.0" encoding="utf-8"?>
<a:theme xmlns:a="http://schemas.openxmlformats.org/drawingml/2006/main" name="Voodoo Powerpoint Template">
  <a:themeElements>
    <a:clrScheme name="Custom 5">
      <a:dk1>
        <a:srgbClr val="000000"/>
      </a:dk1>
      <a:lt1>
        <a:srgbClr val="FFFFFF"/>
      </a:lt1>
      <a:dk2>
        <a:srgbClr val="17406D"/>
      </a:dk2>
      <a:lt2>
        <a:srgbClr val="36ACFF"/>
      </a:lt2>
      <a:accent1>
        <a:srgbClr val="1D3C7C"/>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Montserrat_OpenSans">
      <a:majorFont>
        <a:latin typeface="Montserrat-Bold"/>
        <a:ea typeface=""/>
        <a:cs typeface=""/>
      </a:majorFont>
      <a:minorFont>
        <a:latin typeface="Open San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effectLst/>
      </a:spPr>
      <a:bodyPr vert="horz" lIns="0" tIns="192024" rIns="0" bIns="0" rtlCol="0" anchor="t" anchorCtr="0">
        <a:noAutofit/>
      </a:bodyPr>
      <a:lstStyle>
        <a:defPPr algn="l">
          <a:defRPr sz="4400" dirty="0">
            <a:latin typeface="Mathilde" panose="03050500000000020004" pitchFamily="66" charset="0"/>
          </a:defRPr>
        </a:defPPr>
      </a:lstStyle>
    </a:tx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4a7dd2d-68e6-4194-b75d-bea5ac828273">
      <Terms xmlns="http://schemas.microsoft.com/office/infopath/2007/PartnerControls"/>
    </lcf76f155ced4ddcb4097134ff3c332f>
    <TaxCatchAll xmlns="ffaee7c2-52d8-49ea-9301-f3574274962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B26BD2E95A5D4DAA14623C912DF536" ma:contentTypeVersion="16" ma:contentTypeDescription="Create a new document." ma:contentTypeScope="" ma:versionID="3757900aa4ecfc953bb5ccf79a104c13">
  <xsd:schema xmlns:xsd="http://www.w3.org/2001/XMLSchema" xmlns:xs="http://www.w3.org/2001/XMLSchema" xmlns:p="http://schemas.microsoft.com/office/2006/metadata/properties" xmlns:ns2="14a7dd2d-68e6-4194-b75d-bea5ac828273" xmlns:ns3="ffaee7c2-52d8-49ea-9301-f3574274962a" targetNamespace="http://schemas.microsoft.com/office/2006/metadata/properties" ma:root="true" ma:fieldsID="65860c299ab9abd5b6a8985df0f54fdd" ns2:_="" ns3:_="">
    <xsd:import namespace="14a7dd2d-68e6-4194-b75d-bea5ac828273"/>
    <xsd:import namespace="ffaee7c2-52d8-49ea-9301-f3574274962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Locatio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a7dd2d-68e6-4194-b75d-bea5ac8282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d279d7e-60dd-460a-8799-df4d3d52068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faee7c2-52d8-49ea-9301-f3574274962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a76326f4-e04a-4b2b-a2b2-f9228773a52d}" ma:internalName="TaxCatchAll" ma:showField="CatchAllData" ma:web="ffaee7c2-52d8-49ea-9301-f3574274962a">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223588-1C04-4D06-8302-482602753135}">
  <ds:schemaRefs>
    <ds:schemaRef ds:uri="http://schemas.microsoft.com/sharepoint/v3/contenttype/forms"/>
  </ds:schemaRefs>
</ds:datastoreItem>
</file>

<file path=customXml/itemProps2.xml><?xml version="1.0" encoding="utf-8"?>
<ds:datastoreItem xmlns:ds="http://schemas.openxmlformats.org/officeDocument/2006/customXml" ds:itemID="{9FFA2C86-3F68-41D9-94A3-842312657C15}">
  <ds:schemaRefs>
    <ds:schemaRef ds:uri="ffaee7c2-52d8-49ea-9301-f3574274962a"/>
    <ds:schemaRef ds:uri="http://purl.org/dc/terms/"/>
    <ds:schemaRef ds:uri="http://schemas.microsoft.com/office/infopath/2007/PartnerControls"/>
    <ds:schemaRef ds:uri="http://purl.org/dc/dcmitype/"/>
    <ds:schemaRef ds:uri="http://purl.org/dc/elements/1.1/"/>
    <ds:schemaRef ds:uri="http://schemas.microsoft.com/office/2006/metadata/properties"/>
    <ds:schemaRef ds:uri="14a7dd2d-68e6-4194-b75d-bea5ac828273"/>
    <ds:schemaRef ds:uri="http://www.w3.org/XML/1998/namespace"/>
    <ds:schemaRef ds:uri="http://schemas.microsoft.com/office/2006/documentManagement/types"/>
    <ds:schemaRef ds:uri="http://schemas.openxmlformats.org/package/2006/metadata/core-properties"/>
  </ds:schemaRefs>
</ds:datastoreItem>
</file>

<file path=customXml/itemProps3.xml><?xml version="1.0" encoding="utf-8"?>
<ds:datastoreItem xmlns:ds="http://schemas.openxmlformats.org/officeDocument/2006/customXml" ds:itemID="{6F1EB822-D511-4922-BAEC-8DC5797084FB}">
  <ds:schemaRefs>
    <ds:schemaRef ds:uri="14a7dd2d-68e6-4194-b75d-bea5ac828273"/>
    <ds:schemaRef ds:uri="ffaee7c2-52d8-49ea-9301-f3574274962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7cd32a7-2902-45b4-9caa-5bd74db4b3dd}" enabled="1" method="Standard" siteId="{f010ce16-e13d-4c24-87af-3a1eb4d11de6}" removed="0"/>
</clbl:labelList>
</file>

<file path=docProps/app.xml><?xml version="1.0" encoding="utf-8"?>
<Properties xmlns="http://schemas.openxmlformats.org/officeDocument/2006/extended-properties" xmlns:vt="http://schemas.openxmlformats.org/officeDocument/2006/docPropsVTypes">
  <Template>Theme1</Template>
  <TotalTime>1</TotalTime>
  <Words>757</Words>
  <Application>Microsoft Office PowerPoint</Application>
  <PresentationFormat>Widescreen</PresentationFormat>
  <Paragraphs>146</Paragraphs>
  <Slides>16</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Calibri</vt:lpstr>
      <vt:lpstr>Calisto MT</vt:lpstr>
      <vt:lpstr>Courier New</vt:lpstr>
      <vt:lpstr>Montserrat</vt:lpstr>
      <vt:lpstr>Nunito Sans SemiBold</vt:lpstr>
      <vt:lpstr>Open Sans</vt:lpstr>
      <vt:lpstr>Open Sans Semibold</vt:lpstr>
      <vt:lpstr>Wingdings</vt:lpstr>
      <vt:lpstr>Voodoo Powerpoint Template</vt:lpstr>
      <vt:lpstr>PowerPoint Presentation</vt:lpstr>
      <vt:lpstr>Product Description </vt:lpstr>
      <vt:lpstr>PowerPoint Presentation</vt:lpstr>
      <vt:lpstr>PowerPoint Presentation</vt:lpstr>
      <vt:lpstr>Competitive Landscape</vt:lpstr>
      <vt:lpstr>Summary</vt:lpstr>
      <vt:lpstr>Summary</vt:lpstr>
      <vt:lpstr>Option 1</vt:lpstr>
      <vt:lpstr>Option 2</vt:lpstr>
      <vt:lpstr>Option 3</vt:lpstr>
      <vt:lpstr>Option 4</vt:lpstr>
      <vt:lpstr>Option 5</vt:lpstr>
      <vt:lpstr>Option 6</vt:lpstr>
      <vt:lpstr>Option 7</vt:lpstr>
      <vt:lpstr>Option 8</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Deck Powerpoint</dc:title>
  <dc:subject/>
  <dc:creator>Mahdi</dc:creator>
  <cp:keywords/>
  <dc:description/>
  <cp:lastModifiedBy>Cesar Vega</cp:lastModifiedBy>
  <cp:revision>2</cp:revision>
  <dcterms:created xsi:type="dcterms:W3CDTF">2017-07-25T02:03:18Z</dcterms:created>
  <dcterms:modified xsi:type="dcterms:W3CDTF">2025-06-23T20:29:56Z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0x01010031B26BD2E95A5D4DAA14623C912DF536</vt:lpwstr>
  </property>
  <property fmtid="{D5CDD505-2E9C-101B-9397-08002B2CF9AE}" pid="3" name="MediaServiceImageTags">
    <vt:lpwstr/>
  </property>
</Properties>
</file>